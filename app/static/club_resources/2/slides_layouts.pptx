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5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C57CD6-E154-1D0E-A0DC-6CF7470B5CA9}" name="Kristin Peterson" initials="KP" userId="S::kpeterson@toastmasters.org::69c97d59-9cd7-44f5-bcc5-3dbd3f24b5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F74"/>
    <a:srgbClr val="E4E4E4"/>
    <a:srgbClr val="772432"/>
    <a:srgbClr val="0B5879"/>
    <a:srgbClr val="497593"/>
    <a:srgbClr val="7B98B2"/>
    <a:srgbClr val="B3C3D3"/>
    <a:srgbClr val="004165"/>
    <a:srgbClr val="FEEE9F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2"/>
    <p:restoredTop sz="90163"/>
  </p:normalViewPr>
  <p:slideViewPr>
    <p:cSldViewPr snapToGrid="0" snapToObjects="1">
      <p:cViewPr varScale="1">
        <p:scale>
          <a:sx n="149" d="100"/>
          <a:sy n="149" d="100"/>
        </p:scale>
        <p:origin x="192" y="336"/>
      </p:cViewPr>
      <p:guideLst/>
    </p:cSldViewPr>
  </p:slideViewPr>
  <p:outlineViewPr>
    <p:cViewPr>
      <p:scale>
        <a:sx n="75" d="100"/>
        <a:sy n="75" d="100"/>
      </p:scale>
      <p:origin x="0" y="-6712"/>
    </p:cViewPr>
  </p:outlineViewPr>
  <p:notesTextViewPr>
    <p:cViewPr>
      <p:scale>
        <a:sx n="85" d="100"/>
        <a:sy n="85" d="100"/>
      </p:scale>
      <p:origin x="0" y="0"/>
    </p:cViewPr>
  </p:notesTextViewPr>
  <p:notesViewPr>
    <p:cSldViewPr snapToGrid="0" snapToObjects="1">
      <p:cViewPr varScale="1">
        <p:scale>
          <a:sx n="145" d="100"/>
          <a:sy n="145" d="100"/>
        </p:scale>
        <p:origin x="442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ACEEB-96A6-BE4B-AD4A-D8B0035CB14C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47FC4-CAF1-6741-875A-C83F3721E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007AC1-DD37-6E42-98C3-86C02FBCC8E2}"/>
              </a:ext>
            </a:extLst>
          </p:cNvPr>
          <p:cNvSpPr/>
          <p:nvPr userDrawn="1"/>
        </p:nvSpPr>
        <p:spPr>
          <a:xfrm rot="10800000">
            <a:off x="-6283" y="0"/>
            <a:ext cx="12204565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4E2BD-0C58-E64B-AB95-36840E71C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2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65A1A-B737-B943-8F8E-C68DC1ACD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89A3AF-4EDC-4043-804E-E87D504FBF6B}"/>
              </a:ext>
            </a:extLst>
          </p:cNvPr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tmlogo">
            <a:extLst>
              <a:ext uri="{FF2B5EF4-FFF2-40B4-BE49-F238E27FC236}">
                <a16:creationId xmlns:a16="http://schemas.microsoft.com/office/drawing/2014/main" id="{3E054381-415C-962C-7497-F345C880C0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5676" y="558812"/>
            <a:ext cx="1180647" cy="97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ole T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619CAB-6643-C445-9D1E-B586B7DBC1C9}"/>
              </a:ext>
            </a:extLst>
          </p:cNvPr>
          <p:cNvSpPr/>
          <p:nvPr userDrawn="1"/>
        </p:nvSpPr>
        <p:spPr>
          <a:xfrm rot="10800000">
            <a:off x="0" y="27698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420E5-B19B-524A-8BC9-508D147EF32B}"/>
              </a:ext>
            </a:extLst>
          </p:cNvPr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9AF70D-6371-A340-A1FF-58A02DD84A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6548366F-DD1B-E444-8E3B-E95A563D0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9100" y="2359916"/>
            <a:ext cx="6438900" cy="73152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6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FEDBFCD6-6E1D-B541-A1AF-99FEDC0C7A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9100" y="3358503"/>
            <a:ext cx="64389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Section subtitle</a:t>
            </a:r>
          </a:p>
        </p:txBody>
      </p:sp>
      <p:sp>
        <p:nvSpPr>
          <p:cNvPr id="3" name="duration_background">
            <a:extLst>
              <a:ext uri="{FF2B5EF4-FFF2-40B4-BE49-F238E27FC236}">
                <a16:creationId xmlns:a16="http://schemas.microsoft.com/office/drawing/2014/main" id="{E331BF4E-C971-46DE-7500-2FC1AB672787}"/>
              </a:ext>
            </a:extLst>
          </p:cNvPr>
          <p:cNvSpPr/>
          <p:nvPr userDrawn="1"/>
        </p:nvSpPr>
        <p:spPr>
          <a:xfrm>
            <a:off x="350378" y="384561"/>
            <a:ext cx="1521151" cy="4187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uration">
            <a:extLst>
              <a:ext uri="{FF2B5EF4-FFF2-40B4-BE49-F238E27FC236}">
                <a16:creationId xmlns:a16="http://schemas.microsoft.com/office/drawing/2014/main" id="{BE7FFFED-B39C-9159-1ADD-632D548A0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096" y="460843"/>
            <a:ext cx="1403713" cy="273080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CN" dirty="0"/>
              <a:t>Duration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66F0DC-87E3-F8EE-EAF9-16720CDDF6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4275" y="2216426"/>
            <a:ext cx="2295455" cy="2284870"/>
          </a:xfrm>
          <a:prstGeom prst="ellipse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5325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pared 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619CAB-6643-C445-9D1E-B586B7DBC1C9}"/>
              </a:ext>
            </a:extLst>
          </p:cNvPr>
          <p:cNvSpPr/>
          <p:nvPr userDrawn="1"/>
        </p:nvSpPr>
        <p:spPr>
          <a:xfrm rot="10800000">
            <a:off x="0" y="27698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420E5-B19B-524A-8BC9-508D147EF32B}"/>
              </a:ext>
            </a:extLst>
          </p:cNvPr>
          <p:cNvSpPr/>
          <p:nvPr userDrawn="1"/>
        </p:nvSpPr>
        <p:spPr>
          <a:xfrm>
            <a:off x="0" y="6243748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9AF70D-6371-A340-A1FF-58A02DD84A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6548366F-DD1B-E444-8E3B-E95A563D0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9100" y="2359916"/>
            <a:ext cx="6438900" cy="73152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6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6" name="project_info">
            <a:extLst>
              <a:ext uri="{FF2B5EF4-FFF2-40B4-BE49-F238E27FC236}">
                <a16:creationId xmlns:a16="http://schemas.microsoft.com/office/drawing/2014/main" id="{647EF824-A716-C00C-5459-8A174F519F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29100" y="4539970"/>
            <a:ext cx="6438899" cy="914400"/>
          </a:xfrm>
        </p:spPr>
        <p:txBody>
          <a:bodyPr/>
          <a:lstStyle>
            <a:lvl1pPr algn="ctr">
              <a:buNone/>
              <a:defRPr sz="2100"/>
            </a:lvl1pPr>
          </a:lstStyle>
          <a:p>
            <a:pPr lvl="0"/>
            <a:endParaRPr lang="en-CN" dirty="0"/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FEDBFCD6-6E1D-B541-A1AF-99FEDC0C7A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9100" y="3358503"/>
            <a:ext cx="64389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Section subtitle</a:t>
            </a:r>
          </a:p>
        </p:txBody>
      </p:sp>
      <p:sp>
        <p:nvSpPr>
          <p:cNvPr id="3" name="duration_background">
            <a:extLst>
              <a:ext uri="{FF2B5EF4-FFF2-40B4-BE49-F238E27FC236}">
                <a16:creationId xmlns:a16="http://schemas.microsoft.com/office/drawing/2014/main" id="{E331BF4E-C971-46DE-7500-2FC1AB672787}"/>
              </a:ext>
            </a:extLst>
          </p:cNvPr>
          <p:cNvSpPr/>
          <p:nvPr userDrawn="1"/>
        </p:nvSpPr>
        <p:spPr>
          <a:xfrm>
            <a:off x="350378" y="384561"/>
            <a:ext cx="1521151" cy="4187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uration">
            <a:extLst>
              <a:ext uri="{FF2B5EF4-FFF2-40B4-BE49-F238E27FC236}">
                <a16:creationId xmlns:a16="http://schemas.microsoft.com/office/drawing/2014/main" id="{BE7FFFED-B39C-9159-1ADD-632D548A0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096" y="460843"/>
            <a:ext cx="1403713" cy="273080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CN" dirty="0"/>
              <a:t>Duration</a:t>
            </a:r>
          </a:p>
        </p:txBody>
      </p:sp>
      <p:sp>
        <p:nvSpPr>
          <p:cNvPr id="14" name="avatar">
            <a:extLst>
              <a:ext uri="{FF2B5EF4-FFF2-40B4-BE49-F238E27FC236}">
                <a16:creationId xmlns:a16="http://schemas.microsoft.com/office/drawing/2014/main" id="{6166F0DC-87E3-F8EE-EAF9-16720CDDF6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14275" y="2216426"/>
            <a:ext cx="2295455" cy="2284870"/>
          </a:xfrm>
          <a:prstGeom prst="ellipse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537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note Sp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619CAB-6643-C445-9D1E-B586B7DBC1C9}"/>
              </a:ext>
            </a:extLst>
          </p:cNvPr>
          <p:cNvSpPr/>
          <p:nvPr userDrawn="1"/>
        </p:nvSpPr>
        <p:spPr>
          <a:xfrm rot="10800000">
            <a:off x="0" y="27698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420E5-B19B-524A-8BC9-508D147EF32B}"/>
              </a:ext>
            </a:extLst>
          </p:cNvPr>
          <p:cNvSpPr/>
          <p:nvPr userDrawn="1"/>
        </p:nvSpPr>
        <p:spPr>
          <a:xfrm>
            <a:off x="0" y="6243748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9AF70D-6371-A340-A1FF-58A02DD84A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6548366F-DD1B-E444-8E3B-E95A563D0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6135" y="3346235"/>
            <a:ext cx="10936022" cy="73152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6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FEDBFCD6-6E1D-B541-A1AF-99FEDC0C7A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6135" y="4344822"/>
            <a:ext cx="10936022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Section subtitle</a:t>
            </a:r>
          </a:p>
        </p:txBody>
      </p:sp>
      <p:sp>
        <p:nvSpPr>
          <p:cNvPr id="3" name="duration_background">
            <a:extLst>
              <a:ext uri="{FF2B5EF4-FFF2-40B4-BE49-F238E27FC236}">
                <a16:creationId xmlns:a16="http://schemas.microsoft.com/office/drawing/2014/main" id="{E331BF4E-C971-46DE-7500-2FC1AB672787}"/>
              </a:ext>
            </a:extLst>
          </p:cNvPr>
          <p:cNvSpPr/>
          <p:nvPr userDrawn="1"/>
        </p:nvSpPr>
        <p:spPr>
          <a:xfrm>
            <a:off x="350378" y="384561"/>
            <a:ext cx="1521151" cy="4187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uration">
            <a:extLst>
              <a:ext uri="{FF2B5EF4-FFF2-40B4-BE49-F238E27FC236}">
                <a16:creationId xmlns:a16="http://schemas.microsoft.com/office/drawing/2014/main" id="{BE7FFFED-B39C-9159-1ADD-632D548A0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096" y="460843"/>
            <a:ext cx="1403713" cy="273080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CN" dirty="0"/>
              <a:t>Duration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66F0DC-87E3-F8EE-EAF9-16720CDDF6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07004" y="384561"/>
            <a:ext cx="2663594" cy="2574396"/>
          </a:xfrm>
          <a:prstGeom prst="ellipse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8D6B2D-F278-77A3-CA3A-F31AF13627C8}"/>
              </a:ext>
            </a:extLst>
          </p:cNvPr>
          <p:cNvSpPr txBox="1"/>
          <p:nvPr userDrawn="1"/>
        </p:nvSpPr>
        <p:spPr>
          <a:xfrm>
            <a:off x="4065994" y="1425356"/>
            <a:ext cx="4441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2800" dirty="0">
                <a:solidFill>
                  <a:schemeClr val="tx1"/>
                </a:solidFill>
                <a:latin typeface="Gotham Medium" pitchFamily="2" charset="0"/>
                <a:cs typeface="Gotham Medium" pitchFamily="2" charset="0"/>
              </a:rPr>
              <a:t>KEYNOTE SPEECH</a:t>
            </a:r>
          </a:p>
        </p:txBody>
      </p:sp>
    </p:spTree>
    <p:extLst>
      <p:ext uri="{BB962C8B-B14F-4D97-AF65-F5344CB8AC3E}">
        <p14:creationId xmlns:p14="http://schemas.microsoft.com/office/powerpoint/2010/main" val="281345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erson sitting at a table using a computer&#10;&#10;AI-generated content may be incorrect.">
            <a:extLst>
              <a:ext uri="{FF2B5EF4-FFF2-40B4-BE49-F238E27FC236}">
                <a16:creationId xmlns:a16="http://schemas.microsoft.com/office/drawing/2014/main" id="{AC3DD301-ECE6-CCC1-EEBC-07016967DE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215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E2313B-73AA-70C5-F396-2B7D60603504}"/>
              </a:ext>
            </a:extLst>
          </p:cNvPr>
          <p:cNvSpPr txBox="1"/>
          <p:nvPr userDrawn="1"/>
        </p:nvSpPr>
        <p:spPr>
          <a:xfrm>
            <a:off x="471544" y="4472425"/>
            <a:ext cx="62000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latin typeface="Gotham Office" panose="02000000000000000000" pitchFamily="2" charset="0"/>
              </a:rPr>
              <a:t>AGENDA</a:t>
            </a:r>
            <a:endParaRPr lang="en-CN" sz="9600" b="1" dirty="0">
              <a:latin typeface="Gotham Office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4598A-BEDD-3246-573C-3DF301555A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1545" y="520193"/>
            <a:ext cx="3810001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1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erson holding a microphone in front of a group of people&#10;&#10;AI-generated content may be incorrect.">
            <a:extLst>
              <a:ext uri="{FF2B5EF4-FFF2-40B4-BE49-F238E27FC236}">
                <a16:creationId xmlns:a16="http://schemas.microsoft.com/office/drawing/2014/main" id="{D5F367BC-6D7A-E91B-2DC4-CD9AE5848C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6244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76AEC4-0498-D811-3DDE-936E177F9DCD}"/>
              </a:ext>
            </a:extLst>
          </p:cNvPr>
          <p:cNvSpPr txBox="1"/>
          <p:nvPr userDrawn="1"/>
        </p:nvSpPr>
        <p:spPr>
          <a:xfrm>
            <a:off x="4510513" y="1309291"/>
            <a:ext cx="68971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latin typeface="Gotham Office" panose="02000000000000000000" pitchFamily="2" charset="0"/>
              </a:rPr>
              <a:t>OPENING</a:t>
            </a:r>
            <a:endParaRPr lang="en-CN" sz="9600" b="1" dirty="0">
              <a:latin typeface="Gotham Offi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4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table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B55E3560-5E11-464E-3980-B8C3D8A427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211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CA0F0F-73E1-6594-F6FA-AE15E933F873}"/>
              </a:ext>
            </a:extLst>
          </p:cNvPr>
          <p:cNvSpPr txBox="1"/>
          <p:nvPr userDrawn="1"/>
        </p:nvSpPr>
        <p:spPr>
          <a:xfrm>
            <a:off x="301084" y="4288949"/>
            <a:ext cx="9902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9600" b="1" dirty="0">
                <a:latin typeface="Gotham Office" panose="02000000000000000000" pitchFamily="2" charset="0"/>
              </a:rPr>
              <a:t>TABLE</a:t>
            </a:r>
            <a:r>
              <a:rPr lang="zh-CN" altLang="en-US" sz="9600" b="1" dirty="0">
                <a:latin typeface="Gotham Office" panose="02000000000000000000" pitchFamily="2" charset="0"/>
              </a:rPr>
              <a:t> </a:t>
            </a:r>
            <a:r>
              <a:rPr lang="en-US" altLang="zh-CN" sz="9600" b="1" dirty="0">
                <a:latin typeface="Gotham Office" panose="02000000000000000000" pitchFamily="2" charset="0"/>
              </a:rPr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149956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netwo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group of people standing around a table&#10;&#10;AI-generated content may be incorrect.">
            <a:extLst>
              <a:ext uri="{FF2B5EF4-FFF2-40B4-BE49-F238E27FC236}">
                <a16:creationId xmlns:a16="http://schemas.microsoft.com/office/drawing/2014/main" id="{6CE23ECB-056C-7306-AD38-1E0752D4CF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244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B3E2E-C84D-D46C-8A1F-18446451E754}"/>
              </a:ext>
            </a:extLst>
          </p:cNvPr>
          <p:cNvSpPr txBox="1"/>
          <p:nvPr userDrawn="1"/>
        </p:nvSpPr>
        <p:spPr>
          <a:xfrm>
            <a:off x="2096431" y="4422763"/>
            <a:ext cx="9902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9600" b="1" dirty="0">
                <a:latin typeface="Gotham Office" panose="02000000000000000000" pitchFamily="2" charset="0"/>
              </a:rPr>
              <a:t>NETWORKING</a:t>
            </a:r>
            <a:r>
              <a:rPr lang="zh-CN" altLang="en-US" sz="9600" b="1" dirty="0">
                <a:latin typeface="Gotham Office" panose="02000000000000000000" pitchFamily="2" charset="0"/>
              </a:rPr>
              <a:t> </a:t>
            </a:r>
            <a:endParaRPr lang="en-US" altLang="zh-CN" sz="9600" b="1" dirty="0">
              <a:latin typeface="Gotham Offic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83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preparedspee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person standing in front of 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4D9EECFE-3CD6-D75B-7640-D07D301706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211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ACE50-8F0C-6D80-FE85-34718679FDAB}"/>
              </a:ext>
            </a:extLst>
          </p:cNvPr>
          <p:cNvSpPr txBox="1"/>
          <p:nvPr userDrawn="1"/>
        </p:nvSpPr>
        <p:spPr>
          <a:xfrm>
            <a:off x="457200" y="338457"/>
            <a:ext cx="9484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9600" b="1" dirty="0">
                <a:ln>
                  <a:solidFill>
                    <a:schemeClr val="bg1">
                      <a:lumMod val="20000"/>
                      <a:lumOff val="80000"/>
                    </a:schemeClr>
                  </a:solidFill>
                </a:ln>
                <a:latin typeface="Gotham Office" panose="02000000000000000000" pitchFamily="2" charset="0"/>
              </a:rPr>
              <a:t>SPEECHES</a:t>
            </a:r>
          </a:p>
        </p:txBody>
      </p:sp>
    </p:spTree>
    <p:extLst>
      <p:ext uri="{BB962C8B-B14F-4D97-AF65-F5344CB8AC3E}">
        <p14:creationId xmlns:p14="http://schemas.microsoft.com/office/powerpoint/2010/main" val="253752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evalu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C3D3F518-1F97-60C8-E4C8-F133183C28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254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A6905-5FA3-E9EA-5389-246217F1E1B1}"/>
              </a:ext>
            </a:extLst>
          </p:cNvPr>
          <p:cNvSpPr txBox="1"/>
          <p:nvPr userDrawn="1"/>
        </p:nvSpPr>
        <p:spPr>
          <a:xfrm>
            <a:off x="1295400" y="3493981"/>
            <a:ext cx="9822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9600" b="1" dirty="0">
                <a:ln>
                  <a:solidFill>
                    <a:schemeClr val="bg1">
                      <a:lumMod val="20000"/>
                      <a:lumOff val="80000"/>
                    </a:schemeClr>
                  </a:solidFill>
                </a:ln>
                <a:latin typeface="Gotham Office" panose="02000000000000000000" pitchFamily="2" charset="0"/>
              </a:rPr>
              <a:t>EVALUATIONS</a:t>
            </a:r>
          </a:p>
        </p:txBody>
      </p:sp>
    </p:spTree>
    <p:extLst>
      <p:ext uri="{BB962C8B-B14F-4D97-AF65-F5344CB8AC3E}">
        <p14:creationId xmlns:p14="http://schemas.microsoft.com/office/powerpoint/2010/main" val="272251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vo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person with curly hair and a fist in her mouth&#10;&#10;AI-generated content may be incorrect.">
            <a:extLst>
              <a:ext uri="{FF2B5EF4-FFF2-40B4-BE49-F238E27FC236}">
                <a16:creationId xmlns:a16="http://schemas.microsoft.com/office/drawing/2014/main" id="{F5B1BEAC-EFB2-6DB2-F638-D5CC13FFF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6248" cy="6254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DD3EB7-A546-9173-9D0C-5A9ABE58241F}"/>
              </a:ext>
            </a:extLst>
          </p:cNvPr>
          <p:cNvSpPr txBox="1"/>
          <p:nvPr userDrawn="1"/>
        </p:nvSpPr>
        <p:spPr>
          <a:xfrm>
            <a:off x="5809785" y="4170558"/>
            <a:ext cx="6289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>
                <a:latin typeface="Gotham Office" panose="02000000000000000000" pitchFamily="2" charset="0"/>
              </a:rPr>
              <a:t>VOTING</a:t>
            </a:r>
            <a:endParaRPr lang="en-CN" sz="9600" b="1" dirty="0">
              <a:latin typeface="Gotham Office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C94BE-DAF8-93DD-DA52-F30036E066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52" y="1390834"/>
            <a:ext cx="3473115" cy="347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8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-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06400" y="12565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0800" y="114301"/>
            <a:ext cx="180136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3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AE9D-042A-DD42-9A11-F79F2844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9004-5E21-B147-B0EB-1A69AD8C29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BB276-9101-0D4D-A13B-A773BD15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6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DB36-0E37-3E4F-846E-FFE75404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CB7B1-BD73-384F-B626-099E8AB1C1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BAA05-1B10-1D4A-BBC2-304E5EEDACA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DD411A-1AC0-4C4B-B7F9-D6B8D5E7D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08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6EA6-B167-1647-B82D-DC3F21AF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25187-523C-DC4E-B373-33ABFAF3AC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7934" y="1222717"/>
            <a:ext cx="564184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F897F-8F77-C642-9F94-C50E3197BA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77934" y="2046628"/>
            <a:ext cx="5641848" cy="38207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0E7DB-782E-2C45-8167-CDD0EA86BAD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3452" y="1222717"/>
            <a:ext cx="564184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B53DB2-837A-1E41-952E-52B252EFBAD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83452" y="2046628"/>
            <a:ext cx="5641848" cy="38207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C63D21-C33D-9E4F-9EDB-EE6548FFC5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70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9B51-C150-AD4E-BEE5-623B0A13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3C40-DDF3-1B4D-8096-0CB457987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9B51-C150-AD4E-BEE5-623B0A13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3C40-DDF3-1B4D-8096-0CB457987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1311304-9C98-8B49-B434-134184A09B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0" y="2005584"/>
            <a:ext cx="3200400" cy="3140075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0320AC0-0FC1-8C47-8026-8DEF53359B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1680"/>
            <a:ext cx="3200400" cy="3136392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B3F4821-83A2-084E-87B9-80099BFD85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981200"/>
            <a:ext cx="3200400" cy="3140075"/>
          </a:xfrm>
          <a:prstGeom prst="roundRect">
            <a:avLst>
              <a:gd name="adj" fmla="val 942"/>
            </a:avLst>
          </a:prstGeom>
          <a:noFill/>
          <a:ln>
            <a:solidFill>
              <a:schemeClr val="tx2"/>
            </a:solidFill>
          </a:ln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D38DF34-14F9-5F41-8070-1BD3DEF20C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5DF8844-5287-1E4A-BF7D-DE2C1E03B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3E7AE11-2C77-954A-BEF0-800001182D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856762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9B51-C150-AD4E-BEE5-623B0A13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4779427A-781D-EA42-927E-C82F77CBE2D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2CCDFF2-698A-B84A-9762-F0746F91F6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22310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4DD02BB8-6D7A-2046-9515-B382124885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Click to enter first and last name</a:t>
            </a:r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9E49D0A7-C905-EA43-9A2D-DB9AF470A3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8DC2C2-0C1A-0549-8DFD-B5846E86F5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4525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F5F5F5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157D76DD-6800-C546-A701-88D8621EFD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Click to enter first and last name</a:t>
            </a:r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206F4037-ACDA-D545-AE97-19BCD24A558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7ED6EB13-4202-404D-8380-863765DE4E5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54160" y="4024190"/>
            <a:ext cx="2347380" cy="1365954"/>
          </a:xfrm>
          <a:prstGeom prst="roundRect">
            <a:avLst>
              <a:gd name="adj" fmla="val 942"/>
            </a:avLst>
          </a:prstGeom>
          <a:solidFill>
            <a:schemeClr val="accent6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91440" tIns="914400" rIns="91440" bIns="365760">
            <a:noAutofit/>
          </a:bodyPr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Click to edit title</a:t>
            </a:r>
            <a:endParaRPr lang="en-US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BDA54CC0-1DB6-1C4B-A1E7-741749ED3F4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</p:spPr>
        <p:txBody>
          <a:bodyPr lIns="0" r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2pPr>
            <a:lvl3pPr marL="9144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rgbClr val="595959"/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Click to enter first and last name</a:t>
            </a: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6A30D6AC-E7B5-0C42-8FD4-4E98826C8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41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017C5F-3EE2-C848-A0FF-9B4B43B3F6D2}"/>
              </a:ext>
            </a:extLst>
          </p:cNvPr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759B73-2926-1243-8C54-9F81CC4FEE3B}"/>
              </a:ext>
            </a:extLst>
          </p:cNvPr>
          <p:cNvSpPr/>
          <p:nvPr userDrawn="1"/>
        </p:nvSpPr>
        <p:spPr>
          <a:xfrm>
            <a:off x="3815398" y="1066800"/>
            <a:ext cx="6509702" cy="427399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195FD5-F90D-6E48-BA95-14C70423FB2C}"/>
              </a:ext>
            </a:extLst>
          </p:cNvPr>
          <p:cNvSpPr/>
          <p:nvPr userDrawn="1"/>
        </p:nvSpPr>
        <p:spPr>
          <a:xfrm>
            <a:off x="1866900" y="1600200"/>
            <a:ext cx="3111498" cy="315934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55AF2D4-8C7C-2849-A0D6-D449E513C6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6041B4C2-28F5-0E43-84A3-1E98A479E8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0AD2906D-80B8-9F47-ACC6-2080574562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400" b="0" i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Myriad Pro" panose="020B0503030403020204" pitchFamily="34" charset="0"/>
              </a:defRPr>
            </a:lvl2pPr>
            <a:lvl3pPr marL="9144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3pPr>
            <a:lvl4pPr marL="13716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4pPr>
            <a:lvl5pPr marL="1828800" indent="0">
              <a:buNone/>
              <a:defRPr b="1" i="0">
                <a:solidFill>
                  <a:schemeClr val="tx1">
                    <a:lumMod val="65000"/>
                    <a:lumOff val="35000"/>
                  </a:schemeClr>
                </a:solidFill>
                <a:latin typeface="Myriad Pro Light" panose="020B0503030403020204" pitchFamily="34" charset="0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958830-11F8-214C-8249-594F82B018E7}"/>
              </a:ext>
            </a:extLst>
          </p:cNvPr>
          <p:cNvSpPr/>
          <p:nvPr userDrawn="1"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14">
            <a:extLst>
              <a:ext uri="{FF2B5EF4-FFF2-40B4-BE49-F238E27FC236}">
                <a16:creationId xmlns:a16="http://schemas.microsoft.com/office/drawing/2014/main" id="{DD7E7516-B2D4-0A47-850C-7EAA5B5E5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FE3127-0010-5D49-9D39-446C6CC1D4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64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647D00C-4F35-FA44-AE6D-560B94E5574F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A27FD-DCD3-3544-B54F-6CE33927D8BA}"/>
              </a:ext>
            </a:extLst>
          </p:cNvPr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E94052-9097-0040-96BB-ABD151D68A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A72D2038-C774-8A44-AC4D-D48CC95AF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23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Left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D8F0-BA9C-2D49-BEF0-F0A72CC2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026E2-9833-424F-8180-005EEF86E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D07C98-DEB2-9043-B3B7-E156746DEE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3AA123F-7D5D-5743-842F-4FD61F2A7E5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936227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Left Multiple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7CE9458-0EE3-A344-A0D4-7BB7BD029951}"/>
              </a:ext>
            </a:extLst>
          </p:cNvPr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AD8F0-BA9C-2D49-BEF0-F0A72CC2C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>
                <a:solidFill>
                  <a:srgbClr val="F2DF74"/>
                </a:solidFill>
              </a:defRPr>
            </a:lvl1pPr>
          </a:lstStyle>
          <a:p>
            <a:r>
              <a:rPr lang="en-US" dirty="0"/>
              <a:t>Click to edit Master title multiple lines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026E2-9833-424F-8180-005EEF86E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59A93-E94D-0445-9D55-67EBAACB4771}"/>
              </a:ext>
            </a:extLst>
          </p:cNvPr>
          <p:cNvCxnSpPr/>
          <p:nvPr userDrawn="1"/>
        </p:nvCxnSpPr>
        <p:spPr>
          <a:xfrm>
            <a:off x="406400" y="1476768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25C8691-7E6F-6449-8F4B-64C12952E9C9}"/>
              </a:ext>
            </a:extLst>
          </p:cNvPr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293283-D734-4F44-B3FC-723952F7D4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E5ACE5E-8C71-F84C-84A2-7ADD0A4CE85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E7FF26C3-0AD4-B845-8559-0DB441415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4314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518CE1-0D5F-1C42-9A3E-10D40306BD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2999"/>
            <a:ext cx="12192000" cy="5084065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793A9-ACD0-8144-BA76-AC9911BA49FB}"/>
              </a:ext>
            </a:extLst>
          </p:cNvPr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9CBB3-A058-9248-905D-0684034A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1FA9E0-A75C-1C46-AB6F-6A5E7D665B54}"/>
              </a:ext>
            </a:extLst>
          </p:cNvPr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144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62C4270-C58C-C940-B0EF-3FBEAD7572B5}"/>
              </a:ext>
            </a:extLst>
          </p:cNvPr>
          <p:cNvSpPr/>
          <p:nvPr userDrawn="1"/>
        </p:nvSpPr>
        <p:spPr>
          <a:xfrm rot="10800000"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D48D7-EAA2-964B-A120-85C67653E646}"/>
              </a:ext>
            </a:extLst>
          </p:cNvPr>
          <p:cNvCxnSpPr/>
          <p:nvPr userDrawn="1"/>
        </p:nvCxnSpPr>
        <p:spPr>
          <a:xfrm>
            <a:off x="406402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518CE1-0D5F-1C42-9A3E-10D40306BD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3000"/>
            <a:ext cx="12192000" cy="5714999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632447-B762-F14C-9D91-BE4817800ADD}"/>
              </a:ext>
            </a:extLst>
          </p:cNvPr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9CBB3-A058-9248-905D-0684034A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EF7B8B-DC7E-A14C-8B53-C948B4015EC6}"/>
              </a:ext>
            </a:extLst>
          </p:cNvPr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452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E2BD-0C58-E64B-AB95-36840E71C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65A1A-B737-B943-8F8E-C68DC1ACD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89A3AF-4EDC-4043-804E-E87D504FBF6B}"/>
              </a:ext>
            </a:extLst>
          </p:cNvPr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Toastmasters International">
            <a:extLst>
              <a:ext uri="{FF2B5EF4-FFF2-40B4-BE49-F238E27FC236}">
                <a16:creationId xmlns:a16="http://schemas.microsoft.com/office/drawing/2014/main" id="{81373B61-26E6-9E41-B3D7-2240926DC3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04715" y="1830810"/>
            <a:ext cx="2782570" cy="4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38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AE9D-042A-DD42-9A11-F79F2844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9004-5E21-B147-B0EB-1A69AD8C2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BB276-9101-0D4D-A13B-A773BD15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095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DB36-0E37-3E4F-846E-FFE75404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CB7B1-BD73-384F-B626-099E8AB1C1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BAA05-1B10-1D4A-BBC2-304E5EEDACA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DD411A-1AC0-4C4B-B7F9-D6B8D5E7D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43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9B51-C150-AD4E-BEE5-623B0A13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3C40-DDF3-1B4D-8096-0CB457987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430D756-47CB-0E43-B9CD-A7BE8386C3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0" y="2005584"/>
            <a:ext cx="3200400" cy="3140075"/>
          </a:xfrm>
          <a:prstGeom prst="roundRect">
            <a:avLst>
              <a:gd name="adj" fmla="val 942"/>
            </a:avLst>
          </a:prstGeom>
          <a:solidFill>
            <a:srgbClr val="FFFFFF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29F451-CE5A-EB40-A282-04773C4C9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5800" y="2011680"/>
            <a:ext cx="3200400" cy="3140075"/>
          </a:xfrm>
          <a:prstGeom prst="roundRect">
            <a:avLst>
              <a:gd name="adj" fmla="val 942"/>
            </a:avLst>
          </a:prstGeom>
          <a:solidFill>
            <a:srgbClr val="FFFFFF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15B99DB-285A-9F48-94ED-A7E37351D0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981200"/>
            <a:ext cx="3200400" cy="3140075"/>
          </a:xfrm>
          <a:prstGeom prst="roundRect">
            <a:avLst>
              <a:gd name="adj" fmla="val 942"/>
            </a:avLst>
          </a:prstGeom>
          <a:solidFill>
            <a:srgbClr val="FFFFFF"/>
          </a:solidFill>
          <a:effectLst>
            <a:outerShdw blurRad="38100" dist="12700" dir="5400000" algn="tl" rotWithShape="0">
              <a:prstClr val="black">
                <a:alpha val="35000"/>
              </a:prstClr>
            </a:outerShdw>
          </a:effectLst>
        </p:spPr>
        <p:txBody>
          <a:bodyPr lIns="365760" tIns="822960" rIns="365760" bIns="36576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 body body body body body body body body body body body body body body body body body body body body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595959"/>
                </a:solidFill>
                <a:latin typeface="Myriad Pro" panose="020B0503030403020204" pitchFamily="34" charset="0"/>
              </a:rPr>
              <a:t>body body body body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6DD56EEB-5E1A-FC41-9BDC-6104C8A266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</p:spPr>
        <p:txBody>
          <a:bodyPr tIns="0" bIns="0" anchor="b"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002BAA5A-C66E-AB4A-ABA6-ECB4D62095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</p:spPr>
        <p:txBody>
          <a:bodyPr tIns="0" bIns="0" anchor="b"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D0E545A-1D40-EE41-8064-5928222E71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</p:spPr>
        <p:txBody>
          <a:bodyPr tIns="0" bIns="0" anchor="b"/>
          <a:lstStyle>
            <a:lvl1pPr marL="0" indent="0" algn="ctr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9339434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Left_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D8F0-BA9C-2D49-BEF0-F0A72CC2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026E2-9833-424F-8180-005EEF86E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D07C98-DEB2-9043-B3B7-E156746DEE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403F9B-2509-B349-8F7B-B7A269B84D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9048" cy="621792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4942068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3B808-8450-C749-BE34-83F343354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CCACC-6213-F14B-B40D-407BFF938B1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518CE1-0D5F-1C42-9A3E-10D40306BD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2999"/>
            <a:ext cx="12192000" cy="5084065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29875B-36BA-7147-91A7-92751BF38026}"/>
              </a:ext>
            </a:extLst>
          </p:cNvPr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9CBB3-A058-9248-905D-0684034A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1FA9E0-A75C-1C46-AB6F-6A5E7D665B54}"/>
              </a:ext>
            </a:extLst>
          </p:cNvPr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5302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518CE1-0D5F-1C42-9A3E-10D40306BD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143000"/>
            <a:ext cx="12192000" cy="5715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6B948D-23E4-3F42-B765-2AA919B9E9C5}"/>
              </a:ext>
            </a:extLst>
          </p:cNvPr>
          <p:cNvSpPr/>
          <p:nvPr userDrawn="1"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9CBB3-A058-9248-905D-0684034A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EF7B8B-DC7E-A14C-8B53-C948B4015EC6}"/>
              </a:ext>
            </a:extLst>
          </p:cNvPr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14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w to use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99C37B-CADC-224E-AFF4-6F5D325F9CED}"/>
              </a:ext>
            </a:extLst>
          </p:cNvPr>
          <p:cNvSpPr/>
          <p:nvPr userDrawn="1"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AD8F0-BA9C-2D49-BEF0-F0A72CC2C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How to use Colors on Charts/Tables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026E2-9833-424F-8180-005EEF86E25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lnSpc>
                <a:spcPct val="110000"/>
              </a:lnSpc>
            </a:pPr>
            <a:r>
              <a:rPr lang="en-US" sz="2800" b="0" dirty="0"/>
              <a:t>When utilizing a chart, make sure there is enough color contrast between the text and the background color. Review the example on the next slide.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3057B3-0FA6-1247-A5B1-98999B22F4C8}"/>
              </a:ext>
            </a:extLst>
          </p:cNvPr>
          <p:cNvSpPr/>
          <p:nvPr userDrawn="1"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D6B0BF-536F-B648-9FED-043275D46675}"/>
              </a:ext>
            </a:extLst>
          </p:cNvPr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559" y="6316627"/>
            <a:ext cx="1773873" cy="40484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59A93-E94D-0445-9D55-67EBAACB4771}"/>
              </a:ext>
            </a:extLst>
          </p:cNvPr>
          <p:cNvCxnSpPr/>
          <p:nvPr userDrawn="1"/>
        </p:nvCxnSpPr>
        <p:spPr>
          <a:xfrm>
            <a:off x="406400" y="1476768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81AD1C-9BAD-504D-A94E-B572CF6BB330}"/>
              </a:ext>
            </a:extLst>
          </p:cNvPr>
          <p:cNvGrpSpPr/>
          <p:nvPr userDrawn="1"/>
        </p:nvGrpSpPr>
        <p:grpSpPr>
          <a:xfrm>
            <a:off x="6971959" y="785112"/>
            <a:ext cx="4340506" cy="868101"/>
            <a:chOff x="382104" y="3327719"/>
            <a:chExt cx="4340506" cy="8681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4C0F28-DFB4-FB48-B1BA-69CBD0ECB0DE}"/>
                </a:ext>
              </a:extLst>
            </p:cNvPr>
            <p:cNvSpPr/>
            <p:nvPr userDrawn="1"/>
          </p:nvSpPr>
          <p:spPr>
            <a:xfrm>
              <a:off x="382105" y="3327719"/>
              <a:ext cx="868101" cy="868101"/>
            </a:xfrm>
            <a:prstGeom prst="rect">
              <a:avLst/>
            </a:prstGeom>
            <a:solidFill>
              <a:srgbClr val="B3C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C55AFF-0CD7-6E47-9CE6-AD24C7E762D1}"/>
                </a:ext>
              </a:extLst>
            </p:cNvPr>
            <p:cNvSpPr/>
            <p:nvPr userDrawn="1"/>
          </p:nvSpPr>
          <p:spPr>
            <a:xfrm>
              <a:off x="1250206" y="3327719"/>
              <a:ext cx="868101" cy="868101"/>
            </a:xfrm>
            <a:prstGeom prst="rect">
              <a:avLst/>
            </a:prstGeom>
            <a:solidFill>
              <a:srgbClr val="7B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F0F4FD-D576-DB44-882A-074F220CF31B}"/>
                </a:ext>
              </a:extLst>
            </p:cNvPr>
            <p:cNvSpPr/>
            <p:nvPr userDrawn="1"/>
          </p:nvSpPr>
          <p:spPr>
            <a:xfrm>
              <a:off x="2118307" y="3327719"/>
              <a:ext cx="868101" cy="868101"/>
            </a:xfrm>
            <a:prstGeom prst="rect">
              <a:avLst/>
            </a:prstGeom>
            <a:solidFill>
              <a:srgbClr val="4975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15AC36-03F4-7F46-B01D-5A11BD0A6A94}"/>
                </a:ext>
              </a:extLst>
            </p:cNvPr>
            <p:cNvSpPr/>
            <p:nvPr userDrawn="1"/>
          </p:nvSpPr>
          <p:spPr>
            <a:xfrm>
              <a:off x="2986408" y="3327719"/>
              <a:ext cx="868101" cy="868101"/>
            </a:xfrm>
            <a:prstGeom prst="rect">
              <a:avLst/>
            </a:prstGeom>
            <a:solidFill>
              <a:srgbClr val="0B58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527A42-9DFA-1A41-9DD3-25755BEA8387}"/>
                </a:ext>
              </a:extLst>
            </p:cNvPr>
            <p:cNvSpPr/>
            <p:nvPr userDrawn="1"/>
          </p:nvSpPr>
          <p:spPr>
            <a:xfrm>
              <a:off x="3854509" y="3327719"/>
              <a:ext cx="868101" cy="8681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F82D3875-578C-9849-9094-D12B6FE410F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2104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C6DB5269-9F92-124F-9EFB-0B5E49CFC12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50206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2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3DF9AC09-C32F-7848-A0E3-9D5E9CA980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06732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FCFA7C4A-3612-C345-A189-543B61F29B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74833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342C6220-558E-134C-ADB9-621C3F5FC88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54509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26A98E-0B3B-D649-B831-8ECA3D5D07AC}"/>
              </a:ext>
            </a:extLst>
          </p:cNvPr>
          <p:cNvGrpSpPr/>
          <p:nvPr userDrawn="1"/>
        </p:nvGrpSpPr>
        <p:grpSpPr>
          <a:xfrm>
            <a:off x="6971959" y="1900356"/>
            <a:ext cx="4340506" cy="868101"/>
            <a:chOff x="6794478" y="3327719"/>
            <a:chExt cx="4340506" cy="8681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66CF8A-D4B7-0640-8565-D3974191389E}"/>
                </a:ext>
              </a:extLst>
            </p:cNvPr>
            <p:cNvSpPr/>
            <p:nvPr userDrawn="1"/>
          </p:nvSpPr>
          <p:spPr>
            <a:xfrm>
              <a:off x="6794479" y="3327719"/>
              <a:ext cx="868101" cy="868101"/>
            </a:xfrm>
            <a:prstGeom prst="rect">
              <a:avLst/>
            </a:prstGeom>
            <a:solidFill>
              <a:srgbClr val="DBBF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70E2D77-3B55-5242-B380-4175817554C0}"/>
                </a:ext>
              </a:extLst>
            </p:cNvPr>
            <p:cNvSpPr/>
            <p:nvPr userDrawn="1"/>
          </p:nvSpPr>
          <p:spPr>
            <a:xfrm>
              <a:off x="7662580" y="3327719"/>
              <a:ext cx="868101" cy="868101"/>
            </a:xfrm>
            <a:prstGeom prst="rect">
              <a:avLst/>
            </a:prstGeom>
            <a:solidFill>
              <a:srgbClr val="C08D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BD00BB-9D42-6243-9736-8E9F8874AA73}"/>
                </a:ext>
              </a:extLst>
            </p:cNvPr>
            <p:cNvSpPr/>
            <p:nvPr userDrawn="1"/>
          </p:nvSpPr>
          <p:spPr>
            <a:xfrm>
              <a:off x="8530681" y="3327719"/>
              <a:ext cx="868101" cy="868101"/>
            </a:xfrm>
            <a:prstGeom prst="rect">
              <a:avLst/>
            </a:prstGeom>
            <a:solidFill>
              <a:srgbClr val="A662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AFEEF79-D422-7B44-8963-650D1FCB8CAE}"/>
                </a:ext>
              </a:extLst>
            </p:cNvPr>
            <p:cNvSpPr/>
            <p:nvPr userDrawn="1"/>
          </p:nvSpPr>
          <p:spPr>
            <a:xfrm>
              <a:off x="9398782" y="3327719"/>
              <a:ext cx="868101" cy="868101"/>
            </a:xfrm>
            <a:prstGeom prst="rect">
              <a:avLst/>
            </a:prstGeom>
            <a:solidFill>
              <a:srgbClr val="8D3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57089A6-0701-4840-8598-9AAA5958F3F3}"/>
                </a:ext>
              </a:extLst>
            </p:cNvPr>
            <p:cNvSpPr/>
            <p:nvPr userDrawn="1"/>
          </p:nvSpPr>
          <p:spPr>
            <a:xfrm>
              <a:off x="10266883" y="3327719"/>
              <a:ext cx="868101" cy="868101"/>
            </a:xfrm>
            <a:prstGeom prst="rect">
              <a:avLst/>
            </a:prstGeom>
            <a:solidFill>
              <a:srgbClr val="7724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AE711AD8-A200-934D-BA4B-F4C6307321A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4478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1</a:t>
              </a:r>
            </a:p>
          </p:txBody>
        </p:sp>
        <p:sp>
          <p:nvSpPr>
            <p:cNvPr id="32" name="Title 1">
              <a:extLst>
                <a:ext uri="{FF2B5EF4-FFF2-40B4-BE49-F238E27FC236}">
                  <a16:creationId xmlns:a16="http://schemas.microsoft.com/office/drawing/2014/main" id="{DD72198E-3F55-524E-9B45-1E7C4E57149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662580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/>
                <a:t>2</a:t>
              </a:r>
            </a:p>
          </p:txBody>
        </p:sp>
        <p:sp>
          <p:nvSpPr>
            <p:cNvPr id="33" name="Title 1">
              <a:extLst>
                <a:ext uri="{FF2B5EF4-FFF2-40B4-BE49-F238E27FC236}">
                  <a16:creationId xmlns:a16="http://schemas.microsoft.com/office/drawing/2014/main" id="{D4572998-3193-9748-BC2F-A847C2A2FD4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519106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4" name="Title 1">
              <a:extLst>
                <a:ext uri="{FF2B5EF4-FFF2-40B4-BE49-F238E27FC236}">
                  <a16:creationId xmlns:a16="http://schemas.microsoft.com/office/drawing/2014/main" id="{DD2B0AB2-F8FE-344E-B643-8D6D9718EF9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87207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5" name="Title 1">
              <a:extLst>
                <a:ext uri="{FF2B5EF4-FFF2-40B4-BE49-F238E27FC236}">
                  <a16:creationId xmlns:a16="http://schemas.microsoft.com/office/drawing/2014/main" id="{23C15460-6F14-C946-A23F-08B4721FF79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66883" y="3415147"/>
              <a:ext cx="868101" cy="68229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sz="3600" b="1" kern="1200">
                  <a:solidFill>
                    <a:srgbClr val="333333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59D9239-BCD2-0A4E-8663-64AA8D579F28}"/>
              </a:ext>
            </a:extLst>
          </p:cNvPr>
          <p:cNvSpPr txBox="1"/>
          <p:nvPr userDrawn="1"/>
        </p:nvSpPr>
        <p:spPr>
          <a:xfrm>
            <a:off x="6971959" y="3097411"/>
            <a:ext cx="434050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Minimum font size - </a:t>
            </a:r>
            <a:r>
              <a:rPr lang="en-US" sz="1800" b="1" dirty="0"/>
              <a:t>18pt</a:t>
            </a:r>
            <a:r>
              <a:rPr lang="en-US" sz="1800" b="0" dirty="0"/>
              <a:t>.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Font weight - </a:t>
            </a:r>
            <a:r>
              <a:rPr lang="en-US" sz="1800" b="1" dirty="0"/>
              <a:t>Bold </a:t>
            </a:r>
            <a:r>
              <a:rPr lang="en-US" sz="1800" b="0" dirty="0"/>
              <a:t>(when used on background colors, for best accessibility).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Use the Dark Gray </a:t>
            </a:r>
            <a:r>
              <a:rPr lang="en-US" sz="1800" b="1" i="0" dirty="0">
                <a:latin typeface="Arial" panose="020B0604020202020204" pitchFamily="34" charset="0"/>
                <a:cs typeface="Arial" panose="020B0604020202020204" pitchFamily="34" charset="0"/>
              </a:rPr>
              <a:t>#333333 </a:t>
            </a:r>
            <a:r>
              <a:rPr lang="en-US" sz="1800" b="0" dirty="0"/>
              <a:t>Text color on Accent 1 and Accent 2.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dirty="0"/>
              <a:t>Use the White </a:t>
            </a:r>
            <a:r>
              <a:rPr lang="en-US" sz="1800" b="1" dirty="0"/>
              <a:t>#FFFFFF </a:t>
            </a:r>
            <a:r>
              <a:rPr lang="en-US" sz="1800" b="0" dirty="0"/>
              <a:t>Text color </a:t>
            </a:r>
            <a:br>
              <a:rPr lang="en-US" sz="1800" b="0" dirty="0"/>
            </a:br>
            <a:r>
              <a:rPr lang="en-US" sz="1800" b="0" dirty="0"/>
              <a:t>on Accent 3, Accent 4, and Accent 5.</a:t>
            </a:r>
          </a:p>
        </p:txBody>
      </p:sp>
      <p:sp>
        <p:nvSpPr>
          <p:cNvPr id="36" name="Slide Number Placeholder 14">
            <a:extLst>
              <a:ext uri="{FF2B5EF4-FFF2-40B4-BE49-F238E27FC236}">
                <a16:creationId xmlns:a16="http://schemas.microsoft.com/office/drawing/2014/main" id="{D2C14E01-4C90-EF4B-979D-86C4EB40D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063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-dark bkgd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3524" y="1671826"/>
            <a:ext cx="3044952" cy="694944"/>
          </a:xfrm>
          <a:prstGeom prst="rect">
            <a:avLst/>
          </a:prstGeom>
        </p:spPr>
      </p:pic>
      <p:cxnSp>
        <p:nvCxnSpPr>
          <p:cNvPr id="4" name="Straight Connector 3"/>
          <p:cNvCxnSpPr/>
          <p:nvPr userDrawn="1"/>
        </p:nvCxnSpPr>
        <p:spPr>
          <a:xfrm>
            <a:off x="1422400" y="2743200"/>
            <a:ext cx="9347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9"/>
          <p:cNvSpPr>
            <a:spLocks noGrp="1"/>
          </p:cNvSpPr>
          <p:nvPr>
            <p:ph type="title" hasCustomPrompt="1"/>
          </p:nvPr>
        </p:nvSpPr>
        <p:spPr>
          <a:xfrm>
            <a:off x="838200" y="3200401"/>
            <a:ext cx="10515600" cy="533400"/>
          </a:xfrm>
          <a:prstGeom prst="rect">
            <a:avLst/>
          </a:prstGeom>
        </p:spPr>
        <p:txBody>
          <a:bodyPr/>
          <a:lstStyle>
            <a:lvl1pPr algn="ctr">
              <a:defRPr sz="2600">
                <a:solidFill>
                  <a:srgbClr val="FFF0A0"/>
                </a:solidFill>
                <a:latin typeface="Myriad Pro" charset="0"/>
                <a:ea typeface="Myriad Pro" charset="0"/>
                <a:cs typeface="Myriad Pro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5" name="Content Placeholder 17"/>
          <p:cNvSpPr>
            <a:spLocks noGrp="1"/>
          </p:cNvSpPr>
          <p:nvPr>
            <p:ph sz="quarter" idx="10" hasCustomPrompt="1"/>
          </p:nvPr>
        </p:nvSpPr>
        <p:spPr>
          <a:xfrm>
            <a:off x="2197100" y="4038600"/>
            <a:ext cx="77978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aseline="0">
                <a:solidFill>
                  <a:srgbClr val="EBEBEB"/>
                </a:solidFill>
              </a:defRPr>
            </a:lvl1pPr>
          </a:lstStyle>
          <a:p>
            <a:pPr lvl="0"/>
            <a:r>
              <a:rPr lang="en-US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276791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406400" y="12565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8720" y="611505"/>
            <a:ext cx="11480800" cy="645075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3"/>
          <p:cNvSpPr>
            <a:spLocks noGrp="1"/>
          </p:cNvSpPr>
          <p:nvPr>
            <p:ph idx="1"/>
          </p:nvPr>
        </p:nvSpPr>
        <p:spPr>
          <a:xfrm>
            <a:off x="266700" y="1600200"/>
            <a:ext cx="10972800" cy="5101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7338" indent="-287338">
              <a:buSzPct val="100000"/>
              <a:defRPr sz="2400">
                <a:solidFill>
                  <a:schemeClr val="tx1"/>
                </a:solidFill>
              </a:defRPr>
            </a:lvl1pPr>
            <a:lvl2pPr marL="685800" indent="-228600">
              <a:defRPr sz="2000">
                <a:solidFill>
                  <a:schemeClr val="tx1"/>
                </a:solidFill>
              </a:defRPr>
            </a:lvl2pPr>
            <a:lvl3pPr marL="1084263" indent="-169863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 marL="2060575" indent="-290513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13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-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11480800" cy="645075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1256580"/>
            <a:ext cx="711200" cy="0"/>
          </a:xfrm>
          <a:prstGeom prst="line">
            <a:avLst/>
          </a:prstGeom>
          <a:ln w="28575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0800" y="114301"/>
            <a:ext cx="1801368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5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B0797D9-27CF-7B4D-9790-D869C58F3F42}"/>
              </a:ext>
            </a:extLst>
          </p:cNvPr>
          <p:cNvSpPr/>
          <p:nvPr userDrawn="1"/>
        </p:nvSpPr>
        <p:spPr>
          <a:xfrm rot="10800000">
            <a:off x="-2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74000">
                <a:srgbClr val="004165"/>
              </a:gs>
              <a:gs pos="100000">
                <a:srgbClr val="00416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5278B8-008E-F549-82E1-0C807CDEB612}"/>
              </a:ext>
            </a:extLst>
          </p:cNvPr>
          <p:cNvSpPr/>
          <p:nvPr userDrawn="1"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39BE9D-B1D3-564A-82E1-F35C8A6D2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3"/>
            <a:r>
              <a:rPr lang="en-US" dirty="0"/>
              <a:t>Level Four Bullet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F782093C-5F6F-DB4E-8069-C0C7B990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3472CA6-F87F-A14B-8F68-9F82D1D88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B15CCACC-6213-F14B-B40D-407BFF938B1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9D0EE2-196A-704E-B498-12C51A4ABFD0}"/>
              </a:ext>
            </a:extLst>
          </p:cNvPr>
          <p:cNvCxnSpPr/>
          <p:nvPr userDrawn="1"/>
        </p:nvCxnSpPr>
        <p:spPr>
          <a:xfrm>
            <a:off x="406400" y="98988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4D54578-5BB9-2145-AEC0-3E09AB82C02E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430" y="6410997"/>
            <a:ext cx="1607820" cy="24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961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97" r:id="rId3"/>
    <p:sldLayoutId id="2147483696" r:id="rId4"/>
    <p:sldLayoutId id="2147483704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5" r:id="rId12"/>
    <p:sldLayoutId id="2147483674" r:id="rId13"/>
    <p:sldLayoutId id="2147483675" r:id="rId14"/>
    <p:sldLayoutId id="2147483676" r:id="rId15"/>
    <p:sldLayoutId id="2147483677" r:id="rId16"/>
    <p:sldLayoutId id="2147483688" r:id="rId17"/>
    <p:sldLayoutId id="2147483692" r:id="rId18"/>
    <p:sldLayoutId id="2147483691" r:id="rId19"/>
    <p:sldLayoutId id="2147483678" r:id="rId20"/>
    <p:sldLayoutId id="2147483679" r:id="rId21"/>
    <p:sldLayoutId id="2147483682" r:id="rId22"/>
    <p:sldLayoutId id="2147483685" r:id="rId23"/>
    <p:sldLayoutId id="2147483686" r:id="rId24"/>
    <p:sldLayoutId id="2147483649" r:id="rId25"/>
    <p:sldLayoutId id="2147483650" r:id="rId26"/>
    <p:sldLayoutId id="2147483652" r:id="rId27"/>
    <p:sldLayoutId id="2147483687" r:id="rId28"/>
    <p:sldLayoutId id="2147483661" r:id="rId29"/>
    <p:sldLayoutId id="2147483658" r:id="rId30"/>
    <p:sldLayoutId id="2147483659" r:id="rId31"/>
    <p:sldLayoutId id="2147483670" r:id="rId32"/>
    <p:sldLayoutId id="2147483693" r:id="rId33"/>
    <p:sldLayoutId id="2147483694" r:id="rId34"/>
    <p:sldLayoutId id="2147483695" r:id="rId35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3600" b="1" kern="1200">
          <a:solidFill>
            <a:srgbClr val="F2DF74"/>
          </a:solidFill>
          <a:latin typeface="Gotham Medium" pitchFamily="2" charset="0"/>
          <a:ea typeface="+mj-ea"/>
          <a:cs typeface="Gotham Medium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otham Medium" pitchFamily="2" charset="0"/>
          <a:ea typeface="+mn-ea"/>
          <a:cs typeface="Gotham Medium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pos="168">
          <p15:clr>
            <a:srgbClr val="F26B43"/>
          </p15:clr>
        </p15:guide>
        <p15:guide id="8" pos="7512">
          <p15:clr>
            <a:srgbClr val="F26B43"/>
          </p15:clr>
        </p15:guide>
        <p15:guide id="9" orient="horz" pos="3768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oastmasters Theme Dark Mode">
  <a:themeElements>
    <a:clrScheme name="Toastmasters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B3C3D3"/>
      </a:accent1>
      <a:accent2>
        <a:srgbClr val="7B98B2"/>
      </a:accent2>
      <a:accent3>
        <a:srgbClr val="497593"/>
      </a:accent3>
      <a:accent4>
        <a:srgbClr val="0B5879"/>
      </a:accent4>
      <a:accent5>
        <a:srgbClr val="004061"/>
      </a:accent5>
      <a:accent6>
        <a:srgbClr val="004165"/>
      </a:accent6>
      <a:hlink>
        <a:srgbClr val="0248C2"/>
      </a:hlink>
      <a:folHlink>
        <a:srgbClr val="0248C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FB2711F6-328C-E245-95D1-571D2E11DBFD}" vid="{60A0540D-10A0-D74A-B1DC-915144F8C7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1995FE60004149AC33DA6DFF6C6BB2" ma:contentTypeVersion="16" ma:contentTypeDescription="Create a new document." ma:contentTypeScope="" ma:versionID="8f6a584d48894ecd817324312fb1baf8">
  <xsd:schema xmlns:xsd="http://www.w3.org/2001/XMLSchema" xmlns:xs="http://www.w3.org/2001/XMLSchema" xmlns:p="http://schemas.microsoft.com/office/2006/metadata/properties" xmlns:ns2="5cf76712-a068-4b30-90a4-91868e0ff842" xmlns:ns3="58b4b267-c04b-4b54-95ef-7c2295e60f7b" targetNamespace="http://schemas.microsoft.com/office/2006/metadata/properties" ma:root="true" ma:fieldsID="cd8ca10a37f472537ba03519be9b36cb" ns2:_="" ns3:_="">
    <xsd:import namespace="5cf76712-a068-4b30-90a4-91868e0ff842"/>
    <xsd:import namespace="58b4b267-c04b-4b54-95ef-7c2295e60f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f76712-a068-4b30-90a4-91868e0ff8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23c1ae6-fb4c-46f0-9f45-decf50a530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4b267-c04b-4b54-95ef-7c2295e60f7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9519d2e-07f9-4991-8472-6b52dc2354d7}" ma:internalName="TaxCatchAll" ma:showField="CatchAllData" ma:web="58b4b267-c04b-4b54-95ef-7c2295e60f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f76712-a068-4b30-90a4-91868e0ff842">
      <Terms xmlns="http://schemas.microsoft.com/office/infopath/2007/PartnerControls"/>
    </lcf76f155ced4ddcb4097134ff3c332f>
    <TaxCatchAll xmlns="58b4b267-c04b-4b54-95ef-7c2295e60f7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9E73AD-A75C-432C-B7A2-F017F27919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f76712-a068-4b30-90a4-91868e0ff842"/>
    <ds:schemaRef ds:uri="58b4b267-c04b-4b54-95ef-7c2295e60f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19AF1C-597D-4C53-A745-6803C5B1338D}">
  <ds:schemaRefs>
    <ds:schemaRef ds:uri="http://purl.org/dc/dcmitype/"/>
    <ds:schemaRef ds:uri="http://purl.org/dc/terms/"/>
    <ds:schemaRef ds:uri="http://schemas.microsoft.com/office/2006/metadata/properties"/>
    <ds:schemaRef ds:uri="5cf76712-a068-4b30-90a4-91868e0ff842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58b4b267-c04b-4b54-95ef-7c2295e60f7b"/>
  </ds:schemaRefs>
</ds:datastoreItem>
</file>

<file path=customXml/itemProps3.xml><?xml version="1.0" encoding="utf-8"?>
<ds:datastoreItem xmlns:ds="http://schemas.openxmlformats.org/officeDocument/2006/customXml" ds:itemID="{C1F79CE7-5996-4384-8FE6-E1FC5C68C6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Myriad Pro</vt:lpstr>
      <vt:lpstr>Myriad Pro Light</vt:lpstr>
      <vt:lpstr>Arial</vt:lpstr>
      <vt:lpstr>Calibri</vt:lpstr>
      <vt:lpstr>Gotham Medium</vt:lpstr>
      <vt:lpstr>Gotham Office</vt:lpstr>
      <vt:lpstr>Toastmasters Theme Dark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Toastmasters In Your Community</dc:title>
  <dc:creator>Ciara Bourne</dc:creator>
  <cp:lastModifiedBy>Wei, Kyle</cp:lastModifiedBy>
  <cp:revision>107</cp:revision>
  <cp:lastPrinted>2025-01-27T16:37:10Z</cp:lastPrinted>
  <dcterms:created xsi:type="dcterms:W3CDTF">2022-02-08T15:10:30Z</dcterms:created>
  <dcterms:modified xsi:type="dcterms:W3CDTF">2026-04-14T05:45:10Z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0x010100121995FE60004149AC33DA6DFF6C6BB2</vt:lpwstr>
  </property>
  <property fmtid="{D5CDD505-2E9C-101B-9397-08002B2CF9AE}" pid="3" name="MediaServiceImageTags">
    <vt:lpwstr/>
  </property>
</Properties>
</file>