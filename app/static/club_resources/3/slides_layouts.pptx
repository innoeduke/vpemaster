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C57CD6-E154-1D0E-A0DC-6CF7470B5CA9}" name="Kristin Peterson" initials="KP" userId="S::kpeterson@toastmasters.org::69c97d59-9cd7-44f5-bcc5-3dbd3f24b5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F74"/>
    <a:srgbClr val="E4E4E4"/>
    <a:srgbClr val="772432"/>
    <a:srgbClr val="0B5879"/>
    <a:srgbClr val="497593"/>
    <a:srgbClr val="7B98B2"/>
    <a:srgbClr val="B3C3D3"/>
    <a:srgbClr val="004165"/>
    <a:srgbClr val="FEEE9F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2"/>
    <p:restoredTop sz="90163"/>
  </p:normalViewPr>
  <p:slideViewPr>
    <p:cSldViewPr snapToGrid="0" snapToObjects="1">
      <p:cViewPr varScale="1">
        <p:scale>
          <a:sx n="149" d="100"/>
          <a:sy n="149" d="100"/>
        </p:scale>
        <p:origin x="192" y="336"/>
      </p:cViewPr>
      <p:guideLst/>
    </p:cSldViewPr>
  </p:slideViewPr>
  <p:outlineViewPr>
    <p:cViewPr>
      <p:scale>
        <a:sx n="75" d="100"/>
        <a:sy n="75" d="100"/>
      </p:scale>
      <p:origin x="0" y="-6712"/>
    </p:cViewPr>
  </p:outlineViewPr>
  <p:notesTextViewPr>
    <p:cViewPr>
      <p:scale>
        <a:sx n="85" d="100"/>
        <a:sy n="85" d="100"/>
      </p:scale>
      <p:origin x="0" y="0"/>
    </p:cViewPr>
  </p:notesTextViewPr>
  <p:notesViewPr>
    <p:cSldViewPr snapToGrid="0" snapToObjects="1">
      <p:cViewPr varScale="1">
        <p:scale>
          <a:sx n="145" d="100"/>
          <a:sy n="145" d="100"/>
        </p:scale>
        <p:origin x="442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2.xml"/><Relationship Id="rId8" Type="http://schemas.openxmlformats.org/officeDocument/2006/relationships/customXml" Target="../customXml/item1.xml"/><Relationship Id="rId7" Type="http://schemas.microsoft.com/office/2018/10/relationships/authors" Target="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0" Type="http://schemas.openxmlformats.org/officeDocument/2006/relationships/customXml" Target="../customXml/item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ACEEB-96A6-BE4B-AD4A-D8B0035CB14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47FC4-CAF1-6741-875A-C83F3721E6B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rot="10800000">
            <a:off x="-6283" y="0"/>
            <a:ext cx="12204565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200"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Master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</a:t>
            </a:r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422400" y="2743200"/>
            <a:ext cx="934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tm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05676" y="558812"/>
            <a:ext cx="1180647" cy="9793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Role T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10800000">
            <a:off x="0" y="27698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12" name="title"/>
          <p:cNvSpPr>
            <a:spLocks noGrp="1"/>
          </p:cNvSpPr>
          <p:nvPr>
            <p:ph type="ctrTitle" hasCustomPrompt="1"/>
          </p:nvPr>
        </p:nvSpPr>
        <p:spPr>
          <a:xfrm>
            <a:off x="4229100" y="2359916"/>
            <a:ext cx="6438900" cy="73152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4000"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Section title</a:t>
            </a:r>
            <a:endParaRPr lang="en-US" dirty="0"/>
          </a:p>
        </p:txBody>
      </p:sp>
      <p:sp>
        <p:nvSpPr>
          <p:cNvPr id="1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29100" y="3358503"/>
            <a:ext cx="64389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Section subtitle</a:t>
            </a:r>
            <a:endParaRPr lang="en-US" dirty="0"/>
          </a:p>
        </p:txBody>
      </p:sp>
      <p:sp>
        <p:nvSpPr>
          <p:cNvPr id="3" name="duration_background"/>
          <p:cNvSpPr/>
          <p:nvPr userDrawn="1"/>
        </p:nvSpPr>
        <p:spPr>
          <a:xfrm>
            <a:off x="350378" y="384561"/>
            <a:ext cx="1521151" cy="41874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uration"/>
          <p:cNvSpPr>
            <a:spLocks noGrp="1"/>
          </p:cNvSpPr>
          <p:nvPr>
            <p:ph type="body" sz="quarter" idx="10" hasCustomPrompt="1"/>
          </p:nvPr>
        </p:nvSpPr>
        <p:spPr>
          <a:xfrm>
            <a:off x="409096" y="460843"/>
            <a:ext cx="1403713" cy="273080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dirty="0"/>
              <a:t>Duration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1014275" y="2216426"/>
            <a:ext cx="2295455" cy="2284870"/>
          </a:xfrm>
          <a:prstGeom prst="ellipse">
            <a:avLst/>
          </a:prstGeom>
          <a:solidFill>
            <a:schemeClr val="tx1"/>
          </a:solidFill>
          <a:ln w="57150">
            <a:solidFill>
              <a:srgbClr val="C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Prepared Sp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10800000">
            <a:off x="0" y="27698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3748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12" name="title"/>
          <p:cNvSpPr>
            <a:spLocks noGrp="1"/>
          </p:cNvSpPr>
          <p:nvPr>
            <p:ph type="ctrTitle" hasCustomPrompt="1"/>
          </p:nvPr>
        </p:nvSpPr>
        <p:spPr>
          <a:xfrm>
            <a:off x="4229100" y="2359916"/>
            <a:ext cx="6438900" cy="73152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4000"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Section title</a:t>
            </a:r>
            <a:endParaRPr lang="en-US" dirty="0"/>
          </a:p>
        </p:txBody>
      </p:sp>
      <p:sp>
        <p:nvSpPr>
          <p:cNvPr id="6" name="project_info"/>
          <p:cNvSpPr>
            <a:spLocks noGrp="1"/>
          </p:cNvSpPr>
          <p:nvPr>
            <p:ph type="body" sz="quarter" idx="12"/>
          </p:nvPr>
        </p:nvSpPr>
        <p:spPr>
          <a:xfrm>
            <a:off x="4229100" y="4539970"/>
            <a:ext cx="6438899" cy="914400"/>
          </a:xfrm>
        </p:spPr>
        <p:txBody>
          <a:bodyPr>
            <a:noAutofit/>
          </a:bodyPr>
          <a:lstStyle>
            <a:lvl1pPr algn="ctr">
              <a:buNone/>
              <a:defRPr sz="2800"/>
            </a:lvl1pPr>
          </a:lstStyle>
          <a:p>
            <a:pPr lvl="0"/>
            <a:endParaRPr lang="en-US" dirty="0"/>
          </a:p>
        </p:txBody>
      </p:sp>
      <p:sp>
        <p:nvSpPr>
          <p:cNvPr id="1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29100" y="3358503"/>
            <a:ext cx="64389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Section subtitle</a:t>
            </a:r>
            <a:endParaRPr lang="en-US" dirty="0"/>
          </a:p>
        </p:txBody>
      </p:sp>
      <p:sp>
        <p:nvSpPr>
          <p:cNvPr id="3" name="duration_background"/>
          <p:cNvSpPr/>
          <p:nvPr userDrawn="1"/>
        </p:nvSpPr>
        <p:spPr>
          <a:xfrm>
            <a:off x="350378" y="384561"/>
            <a:ext cx="1521151" cy="41874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uration"/>
          <p:cNvSpPr>
            <a:spLocks noGrp="1"/>
          </p:cNvSpPr>
          <p:nvPr>
            <p:ph type="body" sz="quarter" idx="10" hasCustomPrompt="1"/>
          </p:nvPr>
        </p:nvSpPr>
        <p:spPr>
          <a:xfrm>
            <a:off x="409096" y="460843"/>
            <a:ext cx="1403713" cy="273080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dirty="0"/>
              <a:t>Duration</a:t>
            </a:r>
            <a:endParaRPr lang="en-US" dirty="0"/>
          </a:p>
        </p:txBody>
      </p:sp>
      <p:sp>
        <p:nvSpPr>
          <p:cNvPr id="14" name="avatar"/>
          <p:cNvSpPr>
            <a:spLocks noGrp="1"/>
          </p:cNvSpPr>
          <p:nvPr>
            <p:ph type="pic" sz="quarter" idx="11"/>
          </p:nvPr>
        </p:nvSpPr>
        <p:spPr>
          <a:xfrm>
            <a:off x="1014275" y="2216426"/>
            <a:ext cx="2295455" cy="2284870"/>
          </a:xfrm>
          <a:prstGeom prst="ellipse">
            <a:avLst/>
          </a:prstGeom>
          <a:solidFill>
            <a:schemeClr val="tx1"/>
          </a:solidFill>
          <a:ln w="57150">
            <a:solidFill>
              <a:srgbClr val="C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Keynote Sp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10800000">
            <a:off x="0" y="27698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243748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12" name="title"/>
          <p:cNvSpPr>
            <a:spLocks noGrp="1"/>
          </p:cNvSpPr>
          <p:nvPr>
            <p:ph type="ctrTitle" hasCustomPrompt="1"/>
          </p:nvPr>
        </p:nvSpPr>
        <p:spPr>
          <a:xfrm>
            <a:off x="566135" y="3346235"/>
            <a:ext cx="10936022" cy="73152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4000"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Section title</a:t>
            </a:r>
            <a:endParaRPr lang="en-US" dirty="0"/>
          </a:p>
        </p:txBody>
      </p:sp>
      <p:sp>
        <p:nvSpPr>
          <p:cNvPr id="1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66135" y="4344822"/>
            <a:ext cx="10936022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Section subtitle</a:t>
            </a:r>
            <a:endParaRPr lang="en-US" dirty="0"/>
          </a:p>
        </p:txBody>
      </p:sp>
      <p:sp>
        <p:nvSpPr>
          <p:cNvPr id="3" name="duration_background"/>
          <p:cNvSpPr/>
          <p:nvPr userDrawn="1"/>
        </p:nvSpPr>
        <p:spPr>
          <a:xfrm>
            <a:off x="350378" y="384561"/>
            <a:ext cx="1521151" cy="41874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uration"/>
          <p:cNvSpPr>
            <a:spLocks noGrp="1"/>
          </p:cNvSpPr>
          <p:nvPr>
            <p:ph type="body" sz="quarter" idx="10" hasCustomPrompt="1"/>
          </p:nvPr>
        </p:nvSpPr>
        <p:spPr>
          <a:xfrm>
            <a:off x="409096" y="460843"/>
            <a:ext cx="1403713" cy="273080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dirty="0"/>
              <a:t>Duration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8507004" y="384561"/>
            <a:ext cx="2663594" cy="2574396"/>
          </a:xfrm>
          <a:prstGeom prst="ellipse">
            <a:avLst/>
          </a:prstGeom>
          <a:solidFill>
            <a:schemeClr val="tx1"/>
          </a:solidFill>
          <a:ln w="57150">
            <a:solidFill>
              <a:srgbClr val="C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4065994" y="1425356"/>
            <a:ext cx="4441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chemeClr val="tx1"/>
                </a:solidFill>
                <a:latin typeface="Gotham Medium" pitchFamily="2" charset="0"/>
                <a:cs typeface="Gotham Medium" pitchFamily="2" charset="0"/>
              </a:rPr>
              <a:t>KEYNOTE SPEECH</a:t>
            </a:r>
            <a:endParaRPr lang="en-US" sz="2800" dirty="0">
              <a:solidFill>
                <a:schemeClr val="tx1"/>
              </a:solidFill>
              <a:latin typeface="Gotham Medium" pitchFamily="2" charset="0"/>
              <a:cs typeface="Gotham Medium" pitchFamily="2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pic>
        <p:nvPicPr>
          <p:cNvPr id="4" name="Picture 3" descr="A person sitting at a table using a computer&#10;&#10;AI-generated content may be incorrect.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12192000" cy="6215605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471544" y="4472425"/>
            <a:ext cx="62000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>
                <a:latin typeface="Gotham Office" panose="02000000000000000000" pitchFamily="2" charset="0"/>
              </a:rPr>
              <a:t>AGENDA</a:t>
            </a:r>
            <a:endParaRPr lang="en-US" sz="9600" b="1" dirty="0">
              <a:latin typeface="Gotham Office" panose="02000000000000000000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1545" y="520193"/>
            <a:ext cx="3810001" cy="381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pic>
        <p:nvPicPr>
          <p:cNvPr id="4" name="Picture 3" descr="A person holding a microphone in front of a group of people&#10;&#10;AI-generated content may be incorrect.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-1"/>
            <a:ext cx="12192000" cy="6244683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4510513" y="1309291"/>
            <a:ext cx="68971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>
                <a:latin typeface="Gotham Office" panose="02000000000000000000" pitchFamily="2" charset="0"/>
              </a:rPr>
              <a:t>OPENING</a:t>
            </a:r>
            <a:endParaRPr lang="en-US" sz="9600" b="1" dirty="0">
              <a:latin typeface="Gotham Office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able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pic>
        <p:nvPicPr>
          <p:cNvPr id="2" name="Picture 1" descr="A group of people around a table&#10;&#10;AI-generated content may be incorrect.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1"/>
            <a:ext cx="12192000" cy="6211228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301084" y="4288949"/>
            <a:ext cx="9902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Gotham Office" panose="02000000000000000000" pitchFamily="2" charset="0"/>
              </a:rPr>
              <a:t>TABLE</a:t>
            </a:r>
            <a:r>
              <a:rPr lang="zh-CN" altLang="en-US" sz="9600" b="1" dirty="0">
                <a:latin typeface="Gotham Office" panose="02000000000000000000" pitchFamily="2" charset="0"/>
              </a:rPr>
              <a:t> </a:t>
            </a:r>
            <a:r>
              <a:rPr lang="en-US" altLang="zh-CN" sz="9600" b="1" dirty="0">
                <a:latin typeface="Gotham Office" panose="02000000000000000000" pitchFamily="2" charset="0"/>
              </a:rPr>
              <a:t>TOPICS</a:t>
            </a:r>
            <a:endParaRPr lang="en-US" altLang="zh-CN" sz="9600" b="1" dirty="0">
              <a:latin typeface="Gotham Office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netwo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pic>
        <p:nvPicPr>
          <p:cNvPr id="4" name="Picture 3" descr="A group of people standing around a table&#10;&#10;AI-generated content may be incorrect.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1"/>
            <a:ext cx="12192000" cy="62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2096431" y="4422763"/>
            <a:ext cx="9902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Gotham Office" panose="02000000000000000000" pitchFamily="2" charset="0"/>
              </a:rPr>
              <a:t>NETWORKING</a:t>
            </a:r>
            <a:r>
              <a:rPr lang="zh-CN" altLang="en-US" sz="9600" b="1" dirty="0">
                <a:latin typeface="Gotham Office" panose="02000000000000000000" pitchFamily="2" charset="0"/>
              </a:rPr>
              <a:t> </a:t>
            </a:r>
            <a:endParaRPr lang="en-US" altLang="zh-CN" sz="9600" b="1" dirty="0">
              <a:latin typeface="Gotham Office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preparedspee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pic>
        <p:nvPicPr>
          <p:cNvPr id="2" name="Picture 1" descr="A person standing in front of a group of people sitting around a table&#10;&#10;AI-generated content may be incorrect.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12192000" cy="621122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457200" y="338457"/>
            <a:ext cx="94842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n>
                  <a:solidFill>
                    <a:schemeClr val="bg1">
                      <a:lumMod val="20000"/>
                      <a:lumOff val="80000"/>
                    </a:schemeClr>
                  </a:solidFill>
                </a:ln>
                <a:latin typeface="Gotham Office" panose="02000000000000000000" pitchFamily="2" charset="0"/>
              </a:rPr>
              <a:t>SPEECHES</a:t>
            </a:r>
            <a:endParaRPr lang="en-US" sz="9600" b="1" dirty="0">
              <a:ln>
                <a:solidFill>
                  <a:schemeClr val="bg1">
                    <a:lumMod val="20000"/>
                    <a:lumOff val="80000"/>
                  </a:schemeClr>
                </a:solidFill>
              </a:ln>
              <a:latin typeface="Gotham Office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evalu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pic>
        <p:nvPicPr>
          <p:cNvPr id="4" name="Picture 3" descr="A group of people sitting around a table&#10;&#10;AI-generated content may be incorrect.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12192000" cy="6254784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295400" y="3493981"/>
            <a:ext cx="9822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n>
                  <a:solidFill>
                    <a:schemeClr val="bg1">
                      <a:lumMod val="20000"/>
                      <a:lumOff val="80000"/>
                    </a:schemeClr>
                  </a:solidFill>
                </a:ln>
                <a:latin typeface="Gotham Office" panose="02000000000000000000" pitchFamily="2" charset="0"/>
              </a:rPr>
              <a:t>EVALUATIONS</a:t>
            </a:r>
            <a:endParaRPr lang="en-US" sz="9600" b="1" dirty="0">
              <a:ln>
                <a:solidFill>
                  <a:schemeClr val="bg1">
                    <a:lumMod val="20000"/>
                    <a:lumOff val="80000"/>
                  </a:schemeClr>
                </a:solidFill>
              </a:ln>
              <a:latin typeface="Gotham Office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vo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pic>
        <p:nvPicPr>
          <p:cNvPr id="2" name="Picture 1" descr="A person with curly hair and a fist in her mouth&#10;&#10;AI-generated content may be incorrect.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12196248" cy="6254784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5809785" y="4170558"/>
            <a:ext cx="62892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>
                <a:latin typeface="Gotham Office" panose="02000000000000000000" pitchFamily="2" charset="0"/>
              </a:rPr>
              <a:t>VOTING</a:t>
            </a:r>
            <a:endParaRPr lang="en-US" sz="9600" b="1" dirty="0">
              <a:latin typeface="Gotham Office" panose="02000000000000000000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52" y="1390834"/>
            <a:ext cx="3473115" cy="34731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Master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  <a:endParaRPr lang="en-US" dirty="0"/>
          </a:p>
          <a:p>
            <a:pPr lvl="1"/>
            <a:r>
              <a:rPr lang="en-US" dirty="0"/>
              <a:t>Level Two Bullet</a:t>
            </a:r>
            <a:endParaRPr lang="en-US" dirty="0"/>
          </a:p>
          <a:p>
            <a:pPr lvl="2"/>
            <a:r>
              <a:rPr lang="en-US" dirty="0"/>
              <a:t>Level Three Bullet</a:t>
            </a:r>
            <a:endParaRPr lang="en-US" dirty="0"/>
          </a:p>
          <a:p>
            <a:pPr lvl="3"/>
            <a:r>
              <a:rPr lang="en-US" dirty="0"/>
              <a:t>Level Four Bullet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7934" y="1535081"/>
            <a:ext cx="5641848" cy="43323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  <a:endParaRPr lang="en-US" dirty="0"/>
          </a:p>
          <a:p>
            <a:pPr lvl="1"/>
            <a:r>
              <a:rPr lang="en-US" dirty="0"/>
              <a:t>Level Two Bullet</a:t>
            </a:r>
            <a:endParaRPr lang="en-US" dirty="0"/>
          </a:p>
          <a:p>
            <a:pPr lvl="2"/>
            <a:r>
              <a:rPr lang="en-US" dirty="0"/>
              <a:t>Level Three Bullet</a:t>
            </a:r>
            <a:endParaRPr lang="en-US" dirty="0"/>
          </a:p>
          <a:p>
            <a:pPr lvl="3"/>
            <a:r>
              <a:rPr lang="en-US" dirty="0"/>
              <a:t>Level Four Bullet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75268" y="1535081"/>
            <a:ext cx="5638800" cy="43323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  <a:endParaRPr lang="en-US" dirty="0"/>
          </a:p>
          <a:p>
            <a:pPr lvl="1"/>
            <a:r>
              <a:rPr lang="en-US" dirty="0"/>
              <a:t>Level Two Bullet</a:t>
            </a:r>
            <a:endParaRPr lang="en-US" dirty="0"/>
          </a:p>
          <a:p>
            <a:pPr lvl="2"/>
            <a:r>
              <a:rPr lang="en-US" dirty="0"/>
              <a:t>Level Three Bullet</a:t>
            </a:r>
            <a:endParaRPr lang="en-US" dirty="0"/>
          </a:p>
          <a:p>
            <a:pPr lvl="3"/>
            <a:r>
              <a:rPr lang="en-US" dirty="0"/>
              <a:t>Level Four Bullet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and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77934" y="1222717"/>
            <a:ext cx="564184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77934" y="2046628"/>
            <a:ext cx="5641848" cy="38207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  <a:endParaRPr lang="en-US" dirty="0"/>
          </a:p>
          <a:p>
            <a:pPr lvl="1"/>
            <a:r>
              <a:rPr lang="en-US" dirty="0"/>
              <a:t>Level Two Bullet</a:t>
            </a:r>
            <a:endParaRPr lang="en-US" dirty="0"/>
          </a:p>
          <a:p>
            <a:pPr lvl="2"/>
            <a:r>
              <a:rPr lang="en-US" dirty="0"/>
              <a:t>Level Three Bullet</a:t>
            </a:r>
            <a:endParaRPr lang="en-US" dirty="0"/>
          </a:p>
          <a:p>
            <a:pPr lvl="3"/>
            <a:r>
              <a:rPr lang="en-US" dirty="0"/>
              <a:t>Level Four Bullet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83452" y="1222717"/>
            <a:ext cx="564184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83452" y="2046628"/>
            <a:ext cx="5641848" cy="38207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  <a:endParaRPr lang="en-US" dirty="0"/>
          </a:p>
          <a:p>
            <a:pPr lvl="1"/>
            <a:r>
              <a:rPr lang="en-US" dirty="0"/>
              <a:t>Level Two Bullet</a:t>
            </a:r>
            <a:endParaRPr lang="en-US" dirty="0"/>
          </a:p>
          <a:p>
            <a:pPr lvl="2"/>
            <a:r>
              <a:rPr lang="en-US" dirty="0"/>
              <a:t>Level Three Bullet</a:t>
            </a:r>
            <a:endParaRPr lang="en-US" dirty="0"/>
          </a:p>
          <a:p>
            <a:pPr lvl="3"/>
            <a:r>
              <a:rPr lang="en-US" dirty="0"/>
              <a:t>Level Four Bullet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0" y="2005584"/>
            <a:ext cx="3200400" cy="3140075"/>
          </a:xfrm>
          <a:prstGeom prst="roundRect">
            <a:avLst>
              <a:gd name="adj" fmla="val 942"/>
            </a:avLst>
          </a:prstGeom>
          <a:noFill/>
          <a:ln>
            <a:solidFill>
              <a:schemeClr val="tx2"/>
            </a:solidFill>
          </a:ln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  <a:endParaRPr lang="en-US" b="0" i="0" dirty="0">
              <a:solidFill>
                <a:srgbClr val="595959"/>
              </a:solidFill>
              <a:latin typeface="Myriad Pro" panose="020B0503030403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4495800" y="2011680"/>
            <a:ext cx="3200400" cy="3136392"/>
          </a:xfrm>
          <a:prstGeom prst="roundRect">
            <a:avLst>
              <a:gd name="adj" fmla="val 942"/>
            </a:avLst>
          </a:prstGeom>
          <a:noFill/>
          <a:ln>
            <a:solidFill>
              <a:schemeClr val="tx2"/>
            </a:solidFill>
          </a:ln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ln>
                  <a:noFill/>
                </a:ln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  <a:endParaRPr lang="en-US" b="0" i="0" dirty="0">
              <a:solidFill>
                <a:srgbClr val="595959"/>
              </a:solidFill>
              <a:latin typeface="Myriad Pro" panose="020B0503030403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981200"/>
            <a:ext cx="3200400" cy="3140075"/>
          </a:xfrm>
          <a:prstGeom prst="roundRect">
            <a:avLst>
              <a:gd name="adj" fmla="val 942"/>
            </a:avLst>
          </a:prstGeom>
          <a:noFill/>
          <a:ln>
            <a:solidFill>
              <a:schemeClr val="tx2"/>
            </a:solidFill>
          </a:ln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  <a:endParaRPr lang="en-US" b="0" i="0" dirty="0">
              <a:solidFill>
                <a:srgbClr val="595959"/>
              </a:solidFill>
              <a:latin typeface="Myriad Pro" panose="020B0503030403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362200"/>
            <a:ext cx="2743200" cy="3048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8610600" y="2362200"/>
            <a:ext cx="2743200" cy="304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  <a:endParaRPr lang="en-US" dirty="0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2362200"/>
            <a:ext cx="2743200" cy="304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</a:t>
            </a:r>
            <a:endParaRPr lang="en-US" dirty="0"/>
          </a:p>
        </p:txBody>
      </p:sp>
      <p:sp>
        <p:nvSpPr>
          <p:cNvPr id="28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4928245" y="1953118"/>
            <a:ext cx="2335511" cy="20710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922310" y="4024190"/>
            <a:ext cx="2347380" cy="1365954"/>
          </a:xfrm>
          <a:prstGeom prst="roundRect">
            <a:avLst>
              <a:gd name="adj" fmla="val 942"/>
            </a:avLst>
          </a:prstGeom>
          <a:solidFill>
            <a:schemeClr val="accent6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91440" tIns="914400" rIns="91440" bIns="365760">
            <a:noAutofit/>
          </a:bodyPr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Click to edit title</a:t>
            </a:r>
            <a:endParaRPr lang="en-US" dirty="0"/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5088879" y="4244697"/>
            <a:ext cx="2014242" cy="53183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2pPr>
            <a:lvl3pPr marL="9144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3pPr>
            <a:lvl4pPr marL="13716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4pPr>
            <a:lvl5pPr marL="18288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5pPr>
          </a:lstStyle>
          <a:p>
            <a:pPr lvl="0"/>
            <a:r>
              <a:rPr lang="en-US" dirty="0"/>
              <a:t>Click to enter first and last name</a:t>
            </a:r>
            <a:endParaRPr lang="en-US" dirty="0"/>
          </a:p>
        </p:txBody>
      </p:sp>
      <p:sp>
        <p:nvSpPr>
          <p:cNvPr id="37" name="Picture Placeholder 14"/>
          <p:cNvSpPr>
            <a:spLocks noGrp="1"/>
          </p:cNvSpPr>
          <p:nvPr>
            <p:ph type="pic" sz="quarter" idx="26" hasCustomPrompt="1"/>
          </p:nvPr>
        </p:nvSpPr>
        <p:spPr>
          <a:xfrm>
            <a:off x="1490460" y="1953118"/>
            <a:ext cx="2335511" cy="20710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484525" y="4024190"/>
            <a:ext cx="2347380" cy="1365954"/>
          </a:xfrm>
          <a:prstGeom prst="roundRect">
            <a:avLst>
              <a:gd name="adj" fmla="val 942"/>
            </a:avLst>
          </a:prstGeom>
          <a:solidFill>
            <a:schemeClr val="accent6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91440" tIns="914400" rIns="91440" bIns="365760">
            <a:noAutofit/>
          </a:bodyPr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rgbClr val="F5F5F5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Click to edit title</a:t>
            </a:r>
            <a:endParaRPr lang="en-US" dirty="0"/>
          </a:p>
        </p:txBody>
      </p:sp>
      <p:sp>
        <p:nvSpPr>
          <p:cNvPr id="39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1651094" y="4244697"/>
            <a:ext cx="2014242" cy="53183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2pPr>
            <a:lvl3pPr marL="9144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3pPr>
            <a:lvl4pPr marL="13716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4pPr>
            <a:lvl5pPr marL="18288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5pPr>
          </a:lstStyle>
          <a:p>
            <a:pPr lvl="0"/>
            <a:r>
              <a:rPr lang="en-US" dirty="0"/>
              <a:t>Click to enter first and last name</a:t>
            </a:r>
            <a:endParaRPr lang="en-US" dirty="0"/>
          </a:p>
        </p:txBody>
      </p:sp>
      <p:sp>
        <p:nvSpPr>
          <p:cNvPr id="40" name="Picture Placeholder 14"/>
          <p:cNvSpPr>
            <a:spLocks noGrp="1"/>
          </p:cNvSpPr>
          <p:nvPr>
            <p:ph type="pic" sz="quarter" idx="29" hasCustomPrompt="1"/>
          </p:nvPr>
        </p:nvSpPr>
        <p:spPr>
          <a:xfrm>
            <a:off x="8360095" y="1953118"/>
            <a:ext cx="2335511" cy="20710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354160" y="4024190"/>
            <a:ext cx="2347380" cy="1365954"/>
          </a:xfrm>
          <a:prstGeom prst="roundRect">
            <a:avLst>
              <a:gd name="adj" fmla="val 942"/>
            </a:avLst>
          </a:prstGeom>
          <a:solidFill>
            <a:schemeClr val="accent6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91440" tIns="914400" rIns="91440" bIns="365760">
            <a:noAutofit/>
          </a:bodyPr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Click to edit title</a:t>
            </a:r>
            <a:endParaRPr lang="en-US" dirty="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8520729" y="4244697"/>
            <a:ext cx="2014242" cy="53183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2pPr>
            <a:lvl3pPr marL="9144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3pPr>
            <a:lvl4pPr marL="13716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4pPr>
            <a:lvl5pPr marL="18288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5pPr>
          </a:lstStyle>
          <a:p>
            <a:pPr lvl="0"/>
            <a:r>
              <a:rPr lang="en-US" dirty="0"/>
              <a:t>Click to enter first and last name</a:t>
            </a:r>
            <a:endParaRPr lang="en-US" dirty="0"/>
          </a:p>
        </p:txBody>
      </p:sp>
      <p:sp>
        <p:nvSpPr>
          <p:cNvPr id="12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 rot="10800000">
            <a:off x="-2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 userDrawn="1"/>
        </p:nvSpPr>
        <p:spPr>
          <a:xfrm>
            <a:off x="3815398" y="1066800"/>
            <a:ext cx="6509702" cy="4273994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866900" y="1600200"/>
            <a:ext cx="3111498" cy="315934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1866900" y="1600200"/>
            <a:ext cx="3111500" cy="3159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1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978400" y="2839928"/>
            <a:ext cx="5346700" cy="457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Myriad Pro" panose="020B0503030403020204" pitchFamily="34" charset="0"/>
              </a:defRPr>
            </a:lvl2pPr>
            <a:lvl3pPr marL="9144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3pPr>
            <a:lvl4pPr marL="13716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4pPr>
            <a:lvl5pPr marL="18288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5pPr>
          </a:lstStyle>
          <a:p>
            <a:pPr lvl="0"/>
            <a:r>
              <a:rPr lang="en-US" dirty="0"/>
              <a:t>First &amp; Last Name</a:t>
            </a:r>
            <a:endParaRPr lang="en-US" dirty="0"/>
          </a:p>
        </p:txBody>
      </p:sp>
      <p:sp>
        <p:nvSpPr>
          <p:cNvPr id="18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978400" y="3352800"/>
            <a:ext cx="5346700" cy="381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400" b="0" i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Myriad Pro" panose="020B0503030403020204" pitchFamily="34" charset="0"/>
              </a:defRPr>
            </a:lvl2pPr>
            <a:lvl3pPr marL="9144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3pPr>
            <a:lvl4pPr marL="13716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4pPr>
            <a:lvl5pPr marL="18288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5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-2" y="6212926"/>
            <a:ext cx="12192001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</a:fld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7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Left_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5498276" cy="64922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934" y="1535080"/>
            <a:ext cx="5498276" cy="433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9048" cy="621792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Text Left Multiple_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 rot="10800000">
            <a:off x="-2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Master title multiple lines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06400" y="1476768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10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9048" cy="621792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  <a:endParaRPr lang="en-US" dirty="0"/>
          </a:p>
        </p:txBody>
      </p:sp>
      <p:sp>
        <p:nvSpPr>
          <p:cNvPr id="11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42999"/>
            <a:ext cx="12192000" cy="5084065"/>
          </a:xfrm>
        </p:spPr>
        <p:txBody>
          <a:bodyPr anchor="ctr"/>
          <a:lstStyle>
            <a:lvl1pPr marL="0" indent="0" algn="ctr">
              <a:buFont typeface="Arial" panose="020B0604020202090204" pitchFamily="34" charset="0"/>
              <a:buNone/>
              <a:defRPr/>
            </a:lvl1pPr>
          </a:lstStyle>
          <a:p>
            <a:r>
              <a:rPr lang="en-US" dirty="0"/>
              <a:t>Insert image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rot="10800000"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06402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43000"/>
            <a:ext cx="12192000" cy="5714999"/>
          </a:xfrm>
        </p:spPr>
        <p:txBody>
          <a:bodyPr anchor="ctr"/>
          <a:lstStyle>
            <a:lvl1pPr marL="0" indent="0" algn="ctr">
              <a:buFont typeface="Arial" panose="020B0604020202090204" pitchFamily="34" charset="0"/>
              <a:buNone/>
              <a:defRPr/>
            </a:lvl1pPr>
          </a:lstStyle>
          <a:p>
            <a:r>
              <a:rPr lang="en-US" dirty="0"/>
              <a:t>Insert image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422400" y="2743200"/>
            <a:ext cx="9347200" cy="0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Toastmasters International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04715" y="1830810"/>
            <a:ext cx="2782570" cy="43080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7934" y="1535081"/>
            <a:ext cx="5641848" cy="43323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  <a:endParaRPr lang="en-US" dirty="0"/>
          </a:p>
          <a:p>
            <a:pPr lvl="1"/>
            <a:r>
              <a:rPr lang="en-US" dirty="0"/>
              <a:t>Level Two Bullet</a:t>
            </a:r>
            <a:endParaRPr lang="en-US" dirty="0"/>
          </a:p>
          <a:p>
            <a:pPr lvl="2"/>
            <a:r>
              <a:rPr lang="en-US" dirty="0"/>
              <a:t>Level Three Bullet</a:t>
            </a:r>
            <a:endParaRPr lang="en-US" dirty="0"/>
          </a:p>
          <a:p>
            <a:pPr lvl="3"/>
            <a:r>
              <a:rPr lang="en-US" dirty="0"/>
              <a:t>Level Four Bullet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75268" y="1535081"/>
            <a:ext cx="5638800" cy="43323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  <a:endParaRPr lang="en-US" dirty="0"/>
          </a:p>
          <a:p>
            <a:pPr lvl="1"/>
            <a:r>
              <a:rPr lang="en-US" dirty="0"/>
              <a:t>Level Two Bullet</a:t>
            </a:r>
            <a:endParaRPr lang="en-US" dirty="0"/>
          </a:p>
          <a:p>
            <a:pPr lvl="2"/>
            <a:r>
              <a:rPr lang="en-US" dirty="0"/>
              <a:t>Level Three Bullet</a:t>
            </a:r>
            <a:endParaRPr lang="en-US" dirty="0"/>
          </a:p>
          <a:p>
            <a:pPr lvl="3"/>
            <a:r>
              <a:rPr lang="en-US" dirty="0"/>
              <a:t>Level Four Bullet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0" y="2005584"/>
            <a:ext cx="3200400" cy="3140075"/>
          </a:xfrm>
          <a:prstGeom prst="roundRect">
            <a:avLst>
              <a:gd name="adj" fmla="val 942"/>
            </a:avLst>
          </a:prstGeom>
          <a:solidFill>
            <a:srgbClr val="FFFFFF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  <a:endParaRPr lang="en-US" b="0" i="0" dirty="0">
              <a:solidFill>
                <a:srgbClr val="595959"/>
              </a:solidFill>
              <a:latin typeface="Myriad Pro" panose="020B0503030403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4495800" y="2011680"/>
            <a:ext cx="3200400" cy="3140075"/>
          </a:xfrm>
          <a:prstGeom prst="roundRect">
            <a:avLst>
              <a:gd name="adj" fmla="val 942"/>
            </a:avLst>
          </a:prstGeom>
          <a:solidFill>
            <a:srgbClr val="FFFFFF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  <a:endParaRPr lang="en-US" b="0" i="0" dirty="0">
              <a:solidFill>
                <a:srgbClr val="595959"/>
              </a:solidFill>
              <a:latin typeface="Myriad Pro" panose="020B0503030403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981200"/>
            <a:ext cx="3200400" cy="3140075"/>
          </a:xfrm>
          <a:prstGeom prst="roundRect">
            <a:avLst>
              <a:gd name="adj" fmla="val 942"/>
            </a:avLst>
          </a:prstGeom>
          <a:solidFill>
            <a:srgbClr val="FFFFFF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  <a:endParaRPr lang="en-US" b="0" i="0" dirty="0">
              <a:solidFill>
                <a:srgbClr val="595959"/>
              </a:solidFill>
              <a:latin typeface="Myriad Pro" panose="020B0503030403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362200"/>
            <a:ext cx="2743200" cy="304800"/>
          </a:xfrm>
          <a:prstGeom prst="rect">
            <a:avLst/>
          </a:prstGeom>
        </p:spPr>
        <p:txBody>
          <a:bodyPr tIns="0" bIns="0" anchor="b"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8610600" y="2362200"/>
            <a:ext cx="2743200" cy="304800"/>
          </a:xfrm>
          <a:prstGeom prst="rect">
            <a:avLst/>
          </a:prstGeom>
        </p:spPr>
        <p:txBody>
          <a:bodyPr tIns="0" bIns="0" anchor="b"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  <a:endParaRPr lang="en-US" dirty="0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2362200"/>
            <a:ext cx="2743200" cy="304800"/>
          </a:xfrm>
          <a:prstGeom prst="rect">
            <a:avLst/>
          </a:prstGeom>
        </p:spPr>
        <p:txBody>
          <a:bodyPr tIns="0" bIns="0" anchor="b"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Left_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934" y="1535080"/>
            <a:ext cx="5498276" cy="433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9048" cy="621792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42999"/>
            <a:ext cx="12192000" cy="5084065"/>
          </a:xfrm>
        </p:spPr>
        <p:txBody>
          <a:bodyPr anchor="ctr"/>
          <a:lstStyle>
            <a:lvl1pPr marL="0" indent="0" algn="ctr">
              <a:buFont typeface="Arial" panose="020B0604020202090204" pitchFamily="34" charset="0"/>
              <a:buNone/>
              <a:defRPr/>
            </a:lvl1pPr>
          </a:lstStyle>
          <a:p>
            <a:r>
              <a:rPr lang="en-US" dirty="0"/>
              <a:t>Insert image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43000"/>
            <a:ext cx="12192000" cy="5715000"/>
          </a:xfrm>
        </p:spPr>
        <p:txBody>
          <a:bodyPr anchor="ctr"/>
          <a:lstStyle>
            <a:lvl1pPr marL="0" indent="0" algn="ctr">
              <a:buFont typeface="Arial" panose="020B0604020202090204" pitchFamily="34" charset="0"/>
              <a:buNone/>
              <a:defRPr/>
            </a:lvl1pPr>
          </a:lstStyle>
          <a:p>
            <a:r>
              <a:rPr lang="en-US" dirty="0"/>
              <a:t>Insert image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How to use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5495544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How to use Colors on Charts/Tables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lnSpc>
                <a:spcPct val="110000"/>
              </a:lnSpc>
            </a:pPr>
            <a:r>
              <a:rPr lang="en-US" sz="2800" b="0" dirty="0"/>
              <a:t>When utilizing a chart, make sure there is enough color contrast between the text and the background color. Review the example on the next slide.</a:t>
            </a:r>
            <a:endParaRPr lang="en-US" sz="2800" b="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/>
          <p:nvPr userDrawn="1"/>
        </p:nvPicPr>
        <p:blipFill>
          <a:blip r:embed="rId2" cstate="email"/>
          <a:stretch>
            <a:fillRect/>
          </a:stretch>
        </p:blipFill>
        <p:spPr>
          <a:xfrm>
            <a:off x="313559" y="6316627"/>
            <a:ext cx="1773873" cy="404848"/>
          </a:xfrm>
          <a:prstGeom prst="rect">
            <a:avLst/>
          </a:prstGeom>
        </p:spPr>
      </p:pic>
      <p:cxnSp>
        <p:nvCxnSpPr>
          <p:cNvPr id="14" name="Straight Connector 13"/>
          <p:cNvCxnSpPr/>
          <p:nvPr userDrawn="1"/>
        </p:nvCxnSpPr>
        <p:spPr>
          <a:xfrm>
            <a:off x="406400" y="1476768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 userDrawn="1"/>
        </p:nvGrpSpPr>
        <p:grpSpPr>
          <a:xfrm>
            <a:off x="6971959" y="785112"/>
            <a:ext cx="4340506" cy="868101"/>
            <a:chOff x="382104" y="3327719"/>
            <a:chExt cx="4340506" cy="868101"/>
          </a:xfrm>
        </p:grpSpPr>
        <p:sp>
          <p:nvSpPr>
            <p:cNvPr id="15" name="Rectangle 14"/>
            <p:cNvSpPr/>
            <p:nvPr userDrawn="1"/>
          </p:nvSpPr>
          <p:spPr>
            <a:xfrm>
              <a:off x="382105" y="3327719"/>
              <a:ext cx="868101" cy="868101"/>
            </a:xfrm>
            <a:prstGeom prst="rect">
              <a:avLst/>
            </a:prstGeom>
            <a:solidFill>
              <a:srgbClr val="B3C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250206" y="3327719"/>
              <a:ext cx="868101" cy="868101"/>
            </a:xfrm>
            <a:prstGeom prst="rect">
              <a:avLst/>
            </a:prstGeom>
            <a:solidFill>
              <a:srgbClr val="7B98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2118307" y="3327719"/>
              <a:ext cx="868101" cy="868101"/>
            </a:xfrm>
            <a:prstGeom prst="rect">
              <a:avLst/>
            </a:prstGeom>
            <a:solidFill>
              <a:srgbClr val="4975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2986408" y="3327719"/>
              <a:ext cx="868101" cy="868101"/>
            </a:xfrm>
            <a:prstGeom prst="rect">
              <a:avLst/>
            </a:prstGeom>
            <a:solidFill>
              <a:srgbClr val="0B58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3854509" y="3327719"/>
              <a:ext cx="868101" cy="86810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itle 1"/>
            <p:cNvSpPr txBox="1"/>
            <p:nvPr userDrawn="1"/>
          </p:nvSpPr>
          <p:spPr>
            <a:xfrm>
              <a:off x="382104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/>
                <a:t>1</a:t>
              </a:r>
              <a:endParaRPr lang="en-US" sz="1800" b="1" dirty="0"/>
            </a:p>
          </p:txBody>
        </p:sp>
        <p:sp>
          <p:nvSpPr>
            <p:cNvPr id="21" name="Title 1"/>
            <p:cNvSpPr txBox="1"/>
            <p:nvPr userDrawn="1"/>
          </p:nvSpPr>
          <p:spPr>
            <a:xfrm>
              <a:off x="1250206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/>
                <a:t>2</a:t>
              </a:r>
              <a:endParaRPr lang="en-US" sz="1800" b="1" dirty="0"/>
            </a:p>
          </p:txBody>
        </p:sp>
        <p:sp>
          <p:nvSpPr>
            <p:cNvPr id="22" name="Title 1"/>
            <p:cNvSpPr txBox="1"/>
            <p:nvPr userDrawn="1"/>
          </p:nvSpPr>
          <p:spPr>
            <a:xfrm>
              <a:off x="2106732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3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Title 1"/>
            <p:cNvSpPr txBox="1"/>
            <p:nvPr userDrawn="1"/>
          </p:nvSpPr>
          <p:spPr>
            <a:xfrm>
              <a:off x="2974833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4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itle 1"/>
            <p:cNvSpPr txBox="1"/>
            <p:nvPr userDrawn="1"/>
          </p:nvSpPr>
          <p:spPr>
            <a:xfrm>
              <a:off x="3854509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5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6971959" y="1900356"/>
            <a:ext cx="4340506" cy="868101"/>
            <a:chOff x="6794478" y="3327719"/>
            <a:chExt cx="4340506" cy="868101"/>
          </a:xfrm>
        </p:grpSpPr>
        <p:sp>
          <p:nvSpPr>
            <p:cNvPr id="26" name="Rectangle 25"/>
            <p:cNvSpPr/>
            <p:nvPr userDrawn="1"/>
          </p:nvSpPr>
          <p:spPr>
            <a:xfrm>
              <a:off x="6794479" y="3327719"/>
              <a:ext cx="868101" cy="868101"/>
            </a:xfrm>
            <a:prstGeom prst="rect">
              <a:avLst/>
            </a:prstGeom>
            <a:solidFill>
              <a:srgbClr val="DBBF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7662580" y="3327719"/>
              <a:ext cx="868101" cy="868101"/>
            </a:xfrm>
            <a:prstGeom prst="rect">
              <a:avLst/>
            </a:prstGeom>
            <a:solidFill>
              <a:srgbClr val="C08D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8530681" y="3327719"/>
              <a:ext cx="868101" cy="868101"/>
            </a:xfrm>
            <a:prstGeom prst="rect">
              <a:avLst/>
            </a:prstGeom>
            <a:solidFill>
              <a:srgbClr val="A662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 userDrawn="1"/>
          </p:nvSpPr>
          <p:spPr>
            <a:xfrm>
              <a:off x="9398782" y="3327719"/>
              <a:ext cx="868101" cy="868101"/>
            </a:xfrm>
            <a:prstGeom prst="rect">
              <a:avLst/>
            </a:prstGeom>
            <a:solidFill>
              <a:srgbClr val="8D3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 userDrawn="1"/>
          </p:nvSpPr>
          <p:spPr>
            <a:xfrm>
              <a:off x="10266883" y="3327719"/>
              <a:ext cx="868101" cy="868101"/>
            </a:xfrm>
            <a:prstGeom prst="rect">
              <a:avLst/>
            </a:prstGeom>
            <a:solidFill>
              <a:srgbClr val="7724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itle 1"/>
            <p:cNvSpPr txBox="1"/>
            <p:nvPr userDrawn="1"/>
          </p:nvSpPr>
          <p:spPr>
            <a:xfrm>
              <a:off x="6794478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/>
                <a:t>1</a:t>
              </a:r>
              <a:endParaRPr lang="en-US" sz="1800" b="1" dirty="0"/>
            </a:p>
          </p:txBody>
        </p:sp>
        <p:sp>
          <p:nvSpPr>
            <p:cNvPr id="32" name="Title 1"/>
            <p:cNvSpPr txBox="1"/>
            <p:nvPr userDrawn="1"/>
          </p:nvSpPr>
          <p:spPr>
            <a:xfrm>
              <a:off x="7662580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/>
                <a:t>2</a:t>
              </a:r>
              <a:endParaRPr lang="en-US" sz="1800" b="1" dirty="0"/>
            </a:p>
          </p:txBody>
        </p:sp>
        <p:sp>
          <p:nvSpPr>
            <p:cNvPr id="33" name="Title 1"/>
            <p:cNvSpPr txBox="1"/>
            <p:nvPr userDrawn="1"/>
          </p:nvSpPr>
          <p:spPr>
            <a:xfrm>
              <a:off x="8519106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3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Title 1"/>
            <p:cNvSpPr txBox="1"/>
            <p:nvPr userDrawn="1"/>
          </p:nvSpPr>
          <p:spPr>
            <a:xfrm>
              <a:off x="9387207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4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Title 1"/>
            <p:cNvSpPr txBox="1"/>
            <p:nvPr userDrawn="1"/>
          </p:nvSpPr>
          <p:spPr>
            <a:xfrm>
              <a:off x="10266883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9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5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/>
          <p:cNvSpPr txBox="1"/>
          <p:nvPr userDrawn="1"/>
        </p:nvSpPr>
        <p:spPr>
          <a:xfrm>
            <a:off x="6971959" y="3097411"/>
            <a:ext cx="434050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en-US" sz="1800" b="0" dirty="0"/>
              <a:t>Minimum font size - </a:t>
            </a:r>
            <a:r>
              <a:rPr lang="en-US" sz="1800" b="1" dirty="0"/>
              <a:t>18pt</a:t>
            </a:r>
            <a:r>
              <a:rPr lang="en-US" sz="1800" b="0" dirty="0"/>
              <a:t>.</a:t>
            </a:r>
            <a:endParaRPr lang="en-US" sz="1800" b="0" dirty="0"/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en-US" sz="1800" b="0" dirty="0"/>
              <a:t>Font weight - </a:t>
            </a:r>
            <a:r>
              <a:rPr lang="en-US" sz="1800" b="1" dirty="0"/>
              <a:t>Bold </a:t>
            </a:r>
            <a:r>
              <a:rPr lang="en-US" sz="1800" b="0" dirty="0"/>
              <a:t>(when used on background colors, for best accessibility).</a:t>
            </a:r>
            <a:endParaRPr lang="en-US" sz="1800" b="0" dirty="0"/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en-US" sz="1800" b="0" dirty="0"/>
              <a:t>Use the Dark Gray </a:t>
            </a:r>
            <a:r>
              <a:rPr lang="en-US" sz="1800" b="1" i="0" dirty="0">
                <a:latin typeface="Arial" panose="020B0604020202090204" pitchFamily="34" charset="0"/>
                <a:cs typeface="Arial" panose="020B0604020202090204" pitchFamily="34" charset="0"/>
              </a:rPr>
              <a:t>#333333 </a:t>
            </a:r>
            <a:r>
              <a:rPr lang="en-US" sz="1800" b="0" dirty="0"/>
              <a:t>Text color on Accent 1 and Accent 2. </a:t>
            </a:r>
            <a:endParaRPr lang="en-US" sz="1800" b="0" dirty="0"/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en-US" sz="1800" b="0" dirty="0"/>
              <a:t>Use the White </a:t>
            </a:r>
            <a:r>
              <a:rPr lang="en-US" sz="1800" b="1" dirty="0"/>
              <a:t>#FFFFFF </a:t>
            </a:r>
            <a:r>
              <a:rPr lang="en-US" sz="1800" b="0" dirty="0"/>
              <a:t>Text color </a:t>
            </a:r>
            <a:br>
              <a:rPr lang="en-US" sz="1800" b="0" dirty="0"/>
            </a:br>
            <a:r>
              <a:rPr lang="en-US" sz="1800" b="0" dirty="0"/>
              <a:t>on Accent 3, Accent 4, and Accent 5.</a:t>
            </a:r>
            <a:endParaRPr lang="en-US" sz="1800" b="0" dirty="0"/>
          </a:p>
        </p:txBody>
      </p:sp>
      <p:sp>
        <p:nvSpPr>
          <p:cNvPr id="36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-dark bkgd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/>
          <p:nvPr userDrawn="1"/>
        </p:nvPicPr>
        <p:blipFill>
          <a:blip r:embed="rId3" cstate="email"/>
          <a:stretch>
            <a:fillRect/>
          </a:stretch>
        </p:blipFill>
        <p:spPr>
          <a:xfrm>
            <a:off x="4573524" y="1671826"/>
            <a:ext cx="3044952" cy="694944"/>
          </a:xfrm>
          <a:prstGeom prst="rect">
            <a:avLst/>
          </a:prstGeom>
        </p:spPr>
      </p:pic>
      <p:cxnSp>
        <p:nvCxnSpPr>
          <p:cNvPr id="4" name="Straight Connector 3"/>
          <p:cNvCxnSpPr/>
          <p:nvPr userDrawn="1"/>
        </p:nvCxnSpPr>
        <p:spPr>
          <a:xfrm>
            <a:off x="1422400" y="2743200"/>
            <a:ext cx="9347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9"/>
          <p:cNvSpPr>
            <a:spLocks noGrp="1"/>
          </p:cNvSpPr>
          <p:nvPr>
            <p:ph type="title" hasCustomPrompt="1"/>
          </p:nvPr>
        </p:nvSpPr>
        <p:spPr>
          <a:xfrm>
            <a:off x="838200" y="3200401"/>
            <a:ext cx="10515600" cy="533400"/>
          </a:xfrm>
          <a:prstGeom prst="rect">
            <a:avLst/>
          </a:prstGeom>
        </p:spPr>
        <p:txBody>
          <a:bodyPr/>
          <a:lstStyle>
            <a:lvl1pPr algn="ctr">
              <a:defRPr sz="2600">
                <a:solidFill>
                  <a:srgbClr val="FFF0A0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5" name="Content Placeholder 17"/>
          <p:cNvSpPr>
            <a:spLocks noGrp="1"/>
          </p:cNvSpPr>
          <p:nvPr>
            <p:ph sz="quarter" idx="10" hasCustomPrompt="1"/>
          </p:nvPr>
        </p:nvSpPr>
        <p:spPr>
          <a:xfrm>
            <a:off x="2197100" y="4038600"/>
            <a:ext cx="779780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aseline="0">
                <a:solidFill>
                  <a:srgbClr val="EBEBEB"/>
                </a:solidFill>
              </a:defRPr>
            </a:lvl1pPr>
          </a:lstStyle>
          <a:p>
            <a:pPr lvl="0"/>
            <a:r>
              <a:rPr lang="en-US"/>
              <a:t>Click to Edit Master subtitle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>
            <a:off x="406400" y="1256580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8720" y="611505"/>
            <a:ext cx="11480800" cy="645075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idx="1"/>
          </p:nvPr>
        </p:nvSpPr>
        <p:spPr>
          <a:xfrm>
            <a:off x="266700" y="1600200"/>
            <a:ext cx="10972800" cy="5101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7655" indent="-287655">
              <a:buSzPct val="100000"/>
              <a:defRPr sz="2400">
                <a:solidFill>
                  <a:schemeClr val="tx1"/>
                </a:solidFill>
              </a:defRPr>
            </a:lvl1pPr>
            <a:lvl2pPr marL="685800" indent="-228600">
              <a:defRPr sz="2000">
                <a:solidFill>
                  <a:schemeClr val="tx1"/>
                </a:solidFill>
              </a:defRPr>
            </a:lvl2pPr>
            <a:lvl3pPr marL="1084580" indent="-170180"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 marL="2060575" indent="-29083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-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11480800" cy="645075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1256580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/>
          <p:nvPr userDrawn="1"/>
        </p:nvPicPr>
        <p:blipFill>
          <a:blip r:embed="rId2" cstate="email"/>
          <a:stretch>
            <a:fillRect/>
          </a:stretch>
        </p:blipFill>
        <p:spPr>
          <a:xfrm>
            <a:off x="10210800" y="114301"/>
            <a:ext cx="1801368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6" Type="http://schemas.openxmlformats.org/officeDocument/2006/relationships/theme" Target="../theme/theme1.xml"/><Relationship Id="rId35" Type="http://schemas.openxmlformats.org/officeDocument/2006/relationships/image" Target="../media/image2.emf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10800000">
            <a:off x="-2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-2" y="6212926"/>
            <a:ext cx="12192001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272316" y="1598532"/>
            <a:ext cx="11647368" cy="4269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Level One Bullet</a:t>
            </a:r>
            <a:endParaRPr lang="en-US" dirty="0"/>
          </a:p>
          <a:p>
            <a:pPr lvl="1"/>
            <a:r>
              <a:rPr lang="en-US" dirty="0"/>
              <a:t>Level Two Bullet</a:t>
            </a:r>
            <a:endParaRPr lang="en-US" dirty="0"/>
          </a:p>
          <a:p>
            <a:pPr lvl="2"/>
            <a:r>
              <a:rPr lang="en-US" dirty="0"/>
              <a:t>Level Three Bullet</a:t>
            </a:r>
            <a:endParaRPr lang="en-US" dirty="0"/>
          </a:p>
          <a:p>
            <a:pPr lvl="3"/>
            <a:r>
              <a:rPr lang="en-US" dirty="0"/>
              <a:t>Level Four Bullet</a:t>
            </a:r>
            <a:endParaRPr lang="en-US" dirty="0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</a:fld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5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90204" pitchFamily="34" charset="0"/>
        <a:buNone/>
        <a:defRPr sz="3600" b="1" kern="1200">
          <a:solidFill>
            <a:srgbClr val="F2DF74"/>
          </a:solidFill>
          <a:latin typeface="Gotham Medium" pitchFamily="2" charset="0"/>
          <a:ea typeface="+mj-ea"/>
          <a:cs typeface="Gotham Medium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Gotham Medium" pitchFamily="2" charset="0"/>
          <a:ea typeface="+mn-ea"/>
          <a:cs typeface="Gotham Medium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Gotham Medium" pitchFamily="2" charset="0"/>
          <a:ea typeface="+mn-ea"/>
          <a:cs typeface="Gotham Medium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Gotham Medium" pitchFamily="2" charset="0"/>
          <a:ea typeface="+mn-ea"/>
          <a:cs typeface="Gotham Medium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Gotham Medium" pitchFamily="2" charset="0"/>
          <a:ea typeface="+mn-ea"/>
          <a:cs typeface="Gotham Medium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oastmasters Theme Dark Mode">
  <a:themeElements>
    <a:clrScheme name="Toastmasters">
      <a:dk1>
        <a:srgbClr val="333333"/>
      </a:dk1>
      <a:lt1>
        <a:srgbClr val="FFFFFF"/>
      </a:lt1>
      <a:dk2>
        <a:srgbClr val="012838"/>
      </a:dk2>
      <a:lt2>
        <a:srgbClr val="F5F5F5"/>
      </a:lt2>
      <a:accent1>
        <a:srgbClr val="B3C3D3"/>
      </a:accent1>
      <a:accent2>
        <a:srgbClr val="7B98B2"/>
      </a:accent2>
      <a:accent3>
        <a:srgbClr val="497593"/>
      </a:accent3>
      <a:accent4>
        <a:srgbClr val="0B5879"/>
      </a:accent4>
      <a:accent5>
        <a:srgbClr val="004061"/>
      </a:accent5>
      <a:accent6>
        <a:srgbClr val="004165"/>
      </a:accent6>
      <a:hlink>
        <a:srgbClr val="0248C2"/>
      </a:hlink>
      <a:folHlink>
        <a:srgbClr val="0248C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Description="Create a new document." ma:contentTypeVersion="16" ct:_="" ma:_="" ma:contentTypeScope="" ma:contentTypeName="Document" ma:versionID="8f6a584d48894ecd817324312fb1baf8" ma:contentTypeID="0x010100121995FE60004149AC33DA6DFF6C6BB2">
  <xsd:schema xmlns:p="http://schemas.microsoft.com/office/2006/metadata/properties" xmlns:ns2="5cf76712-a068-4b30-90a4-91868e0ff842" xmlns:ns3="58b4b267-c04b-4b54-95ef-7c2295e60f7b" xmlns:xs="http://www.w3.org/2001/XMLSchema" xmlns:xsd="http://www.w3.org/2001/XMLSchema" ns2:_="" ma:root="true" ma:fieldsID="cd8ca10a37f472537ba03519be9b36cb" ns3:_="" targetNamespace="http://schemas.microsoft.com/office/2006/metadata/properties">
    <xsd:import namespace="5cf76712-a068-4b30-90a4-91868e0ff842"/>
    <xsd:import namespace="58b4b267-c04b-4b54-95ef-7c2295e60f7b"/>
    <xsd:element name="properties">
      <xsd:complexType>
        <xsd:sequence>
          <xsd:element name="documentManagement">
            <xsd:complexType>
              <xsd:all>
                <xsd:element minOccurs="0" ref="ns2:MediaServiceMetadata"/>
                <xsd:element minOccurs="0" ref="ns2:MediaServiceFastMetadata"/>
                <xsd:element minOccurs="0" ref="ns2:MediaServiceDateTaken"/>
                <xsd:element minOccurs="0" ref="ns2:MediaServiceAutoTags"/>
                <xsd:element minOccurs="0" ref="ns2:MediaServiceOCR"/>
                <xsd:element minOccurs="0" ref="ns3:SharedWithUsers"/>
                <xsd:element minOccurs="0" ref="ns3:SharedWithDetails"/>
                <xsd:element minOccurs="0" ref="ns2:MediaServiceGenerationTime"/>
                <xsd:element minOccurs="0" ref="ns2:MediaServiceEventHashCode"/>
                <xsd:element minOccurs="0" ref="ns2:MediaServiceAutoKeyPoints"/>
                <xsd:element minOccurs="0" ref="ns2:MediaServiceKeyPoints"/>
                <xsd:element minOccurs="0" ref="ns2:MediaServiceLocation"/>
                <xsd:element minOccurs="0" ref="ns2:MediaLengthInSeconds"/>
                <xsd:element minOccurs="0" ref="ns2:lcf76f155ced4ddcb4097134ff3c332f"/>
                <xsd:element minOccurs="0" ref="ns3:TaxCatchAll"/>
              </xsd:all>
            </xsd:complexType>
          </xsd:element>
        </xsd:sequence>
      </xsd:complexType>
    </xsd:element>
  </xsd:schema>
  <xsd:schema xmlns:dms="http://schemas.microsoft.com/office/2006/documentManagement/types" xmlns:pc="http://schemas.microsoft.com/office/infopath/2007/PartnerControls" xmlns:xs="http://www.w3.org/2001/XMLSchema" xmlns:xsd="http://www.w3.org/2001/XMLSchema" elementFormDefault="qualified" targetNamespace="5cf76712-a068-4b30-90a4-91868e0ff842">
    <xsd:import namespace="http://schemas.microsoft.com/office/2006/documentManagement/types"/>
    <xsd:import namespace="http://schemas.microsoft.com/office/infopath/2007/PartnerControls"/>
    <xsd:element nillable="true" ma:readOnly="true" name="MediaServiceMetadata" ma:index="8" ma:internalName="MediaServiceMetadata" ma:hidden="true" ma:displayName="MediaServiceMetadata">
      <xsd:simpleType>
        <xsd:restriction base="dms:Note"/>
      </xsd:simpleType>
    </xsd:element>
    <xsd:element nillable="true" ma:readOnly="true" name="MediaServiceFastMetadata" ma:index="9" ma:internalName="MediaServiceFastMetadata" ma:hidden="true" ma:displayName="MediaServiceFastMetadata">
      <xsd:simpleType>
        <xsd:restriction base="dms:Note"/>
      </xsd:simpleType>
    </xsd:element>
    <xsd:element nillable="true" ma:readOnly="true" name="MediaServiceDateTaken" ma:index="10" ma:internalName="MediaServiceDateTaken" ma:hidden="true" ma:displayName="MediaServiceDateTaken">
      <xsd:simpleType>
        <xsd:restriction base="dms:Text"/>
      </xsd:simpleType>
    </xsd:element>
    <xsd:element nillable="true" ma:readOnly="true" name="MediaServiceAutoTags" ma:index="11" ma:internalName="MediaServiceAutoTags" ma:displayName="MediaServiceAutoTags">
      <xsd:simpleType>
        <xsd:restriction base="dms:Text"/>
      </xsd:simpleType>
    </xsd:element>
    <xsd:element nillable="true" ma:readOnly="true" name="MediaServiceOCR" ma:index="12" ma:internalName="MediaServiceOCR" ma:displayName="MediaServiceOCR">
      <xsd:simpleType>
        <xsd:restriction base="dms:Note">
          <xsd:maxLength value="255"/>
        </xsd:restriction>
      </xsd:simpleType>
    </xsd:element>
    <xsd:element nillable="true" ma:readOnly="true" name="MediaServiceGenerationTime" ma:index="15" ma:internalName="MediaServiceGenerationTime" ma:hidden="true" ma:displayName="MediaServiceGenerationTime">
      <xsd:simpleType>
        <xsd:restriction base="dms:Text"/>
      </xsd:simpleType>
    </xsd:element>
    <xsd:element nillable="true" ma:readOnly="true" name="MediaServiceEventHashCode" ma:index="16" ma:internalName="MediaServiceEventHashCode" ma:hidden="true" ma:displayName="MediaServiceEventHashCode">
      <xsd:simpleType>
        <xsd:restriction base="dms:Text"/>
      </xsd:simpleType>
    </xsd:element>
    <xsd:element nillable="true" ma:readOnly="true" name="MediaServiceAutoKeyPoints" ma:index="17" ma:internalName="MediaServiceAutoKeyPoints" ma:hidden="true" ma:displayName="MediaServiceAutoKeyPoints">
      <xsd:simpleType>
        <xsd:restriction base="dms:Note"/>
      </xsd:simpleType>
    </xsd:element>
    <xsd:element nillable="true" ma:readOnly="true" name="MediaServiceKeyPoints" ma:index="18" ma:internalName="MediaServiceKeyPoints" ma:displayName="KeyPoints">
      <xsd:simpleType>
        <xsd:restriction base="dms:Note">
          <xsd:maxLength value="255"/>
        </xsd:restriction>
      </xsd:simpleType>
    </xsd:element>
    <xsd:element nillable="true" ma:readOnly="true" name="MediaServiceLocation" ma:index="19" ma:internalName="MediaServiceLocation" ma:displayName="Location">
      <xsd:simpleType>
        <xsd:restriction base="dms:Text"/>
      </xsd:simpleType>
    </xsd:element>
    <xsd:element nillable="true" ma:readOnly="true" name="MediaLengthInSeconds" ma:index="20" ma:internalName="MediaLengthInSeconds" ma:displayName="Length (seconds)">
      <xsd:simpleType>
        <xsd:restriction base="dms:Unknown"/>
      </xsd:simpleType>
    </xsd:element>
    <xsd:element nillable="true" ma:anchorId="fba54fb3-c3e1-fe81-a776-ca4b69148c4d" ma:readOnly="false" ma:taxonomyMulti="true" ma:sspId="123c1ae6-fb4c-46f0-9f45-decf50a53095" name="lcf76f155ced4ddcb4097134ff3c332f" ma:index="22" ma:taxonomyFieldName="MediaServiceImageTags" ma:taxonomy="true" ma:internalName="lcf76f155ced4ddcb4097134ff3c332f" ma:fieldId="{5cf76f15-5ced-4ddc-b409-7134ff3c332f}" ma:isKeyword="false" ma:displayName="Image Tags" ma:open="true" ma:termSetId="09814cd3-568e-fe90-9814-8d621ff8fb84">
      <xsd:complexType>
        <xsd:sequence>
          <xsd:element minOccurs="0" ref="pc:Terms" maxOccurs="1"/>
        </xsd:sequence>
      </xsd:complexType>
    </xsd:element>
  </xsd:schema>
  <xsd:schema xmlns:dms="http://schemas.microsoft.com/office/2006/documentManagement/types" xmlns:pc="http://schemas.microsoft.com/office/infopath/2007/PartnerControls" xmlns:xs="http://www.w3.org/2001/XMLSchema" xmlns:xsd="http://www.w3.org/2001/XMLSchema" elementFormDefault="qualified" targetNamespace="58b4b267-c04b-4b54-95ef-7c2295e60f7b">
    <xsd:import namespace="http://schemas.microsoft.com/office/2006/documentManagement/types"/>
    <xsd:import namespace="http://schemas.microsoft.com/office/infopath/2007/PartnerControls"/>
    <xsd:element nillable="true" ma:readOnly="true" name="SharedWithUsers" ma:index="13" ma:internalName="SharedWithUsers" ma:displayName="Shared With">
      <xsd:complexType>
        <xsd:complexContent>
          <xsd:extension base="dms:UserMulti">
            <xsd:sequence>
              <xsd:element minOccurs="0" name="UserInfo" maxOccurs="unbounded">
                <xsd:complexType>
                  <xsd:sequence>
                    <xsd:element minOccurs="0" name="DisplayName" type="xsd:string"/>
                    <xsd:element minOccurs="0" nillable="true" name="AccountId" type="dms:UserId"/>
                    <xsd:element minOccurs="0" name="AccountType" type="xsd:string"/>
                  </xsd:sequence>
                </xsd:complexType>
              </xsd:element>
            </xsd:sequence>
          </xsd:extension>
        </xsd:complexContent>
      </xsd:complexType>
    </xsd:element>
    <xsd:element nillable="true" ma:readOnly="true" name="SharedWithDetails" ma:index="14" ma:internalName="SharedWithDetails" ma:displayName="Shared With Details">
      <xsd:simpleType>
        <xsd:restriction base="dms:Note">
          <xsd:maxLength value="255"/>
        </xsd:restriction>
      </xsd:simpleType>
    </xsd:element>
    <xsd:element nillable="true" ma:web="58b4b267-c04b-4b54-95ef-7c2295e60f7b" name="TaxCatchAll" ma:index="23" ma:internalName="TaxCatchAll" ma:hidden="true" ma:showField="CatchAllData" ma:displayName="Taxonomy Catch All Column" ma:list="{89519d2e-07f9-4991-8472-6b52dc2354d7}">
      <xsd:complexType>
        <xsd:complexContent>
          <xsd:extension base="dms:MultiChoiceLookup">
            <xsd:sequence>
              <xsd:element minOccurs="0" nillable="true" name="Value" type="dms:Lookup" maxOccurs="unbounded"/>
            </xsd:sequence>
          </xsd:extension>
        </xsd:complexContent>
      </xsd:complexType>
    </xsd:element>
  </xsd:schema>
  <xsd:schema xmlns:xsi="http://www.w3.org/2001/XMLSchema-instance" xmlns:dc="http://purl.org/dc/elements/1.1/" xmlns:dcterms="http://purl.org/dc/terms/" xmlns:odoc="http://schemas.microsoft.com/internal/obd" xmlns:xsd="http://www.w3.org/2001/XMLSchema" xmlns="http://schemas.openxmlformats.org/package/2006/metadata/core-properties" attributeFormDefault="unqualified" elementFormDefault="qualified" targetNamespace="http://schemas.openxmlformats.org/package/2006/metadata/core-properties" blockDefault="#all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name="coreProperties" type="CT_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minOccurs="0" name="contentType" ma:index="0" ma:displayName="Content Type" type="xsd:string" maxOccurs="1"/>
        <xsd:element minOccurs="0" ma:index="4" ref="dc:title" ma:displayName="Title" maxOccurs="1"/>
        <xsd:element minOccurs="0" ref="dc:subject" maxOccurs="1"/>
        <xsd:element minOccurs="0" ref="dc:description" maxOccurs="1"/>
        <xsd:element minOccurs="0" name="keywords" type="xsd:string" maxOccurs="1"/>
        <xsd:element minOccurs="0" ref="dc:language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minOccurs="0" name="lastModifiedBy" type="xsd:string" maxOccurs="1"/>
        <xsd:element minOccurs="0" ref="dcterms:modified" maxOccurs="1"/>
        <xsd:element minOccurs="0" name="contentStatus" type="xsd:string" maxOccurs="1"/>
      </xsd:all>
    </xsd:complexType>
  </xsd:schema>
  <xs:schema xmlns:pc="http://schemas.microsoft.com/office/infopath/2007/PartnerControls" xmlns:xs="http://www.w3.org/2001/XMLSchema" attributeFormDefault="unqualified" elementFormDefault="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f76712-a068-4b30-90a4-91868e0ff842">
      <Terms xmlns="http://schemas.microsoft.com/office/infopath/2007/PartnerControls"/>
    </lcf76f155ced4ddcb4097134ff3c332f>
    <TaxCatchAll xmlns="58b4b267-c04b-4b54-95ef-7c2295e60f7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9E73AD-A75C-432C-B7A2-F017F279192E}">
  <ds:schemaRefs/>
</ds:datastoreItem>
</file>

<file path=customXml/itemProps2.xml><?xml version="1.0" encoding="utf-8"?>
<ds:datastoreItem xmlns:ds="http://schemas.openxmlformats.org/officeDocument/2006/customXml" ds:itemID="{A819AF1C-597D-4C53-A745-6803C5B1338D}">
  <ds:schemaRefs/>
</ds:datastoreItem>
</file>

<file path=customXml/itemProps3.xml><?xml version="1.0" encoding="utf-8"?>
<ds:datastoreItem xmlns:ds="http://schemas.openxmlformats.org/officeDocument/2006/customXml" ds:itemID="{C1F79CE7-5996-4384-8FE6-E1FC5C68C6C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6" baseType="lpstr">
      <vt:lpstr>Arial</vt:lpstr>
      <vt:lpstr>宋体</vt:lpstr>
      <vt:lpstr>Wingdings</vt:lpstr>
      <vt:lpstr>Gotham Medium</vt:lpstr>
      <vt:lpstr>苹方-简</vt:lpstr>
      <vt:lpstr>Gotham Office</vt:lpstr>
      <vt:lpstr>Myriad Pro</vt:lpstr>
      <vt:lpstr>Myriad Pro Light</vt:lpstr>
      <vt:lpstr>宋体</vt:lpstr>
      <vt:lpstr>Arial Unicode MS</vt:lpstr>
      <vt:lpstr>黑体</vt:lpstr>
      <vt:lpstr>汉仪中黑KW</vt:lpstr>
      <vt:lpstr>Calibri</vt:lpstr>
      <vt:lpstr>Helvetica Neue</vt:lpstr>
      <vt:lpstr>汉仪书宋二KW</vt:lpstr>
      <vt:lpstr>Toastmasters Theme Dark Mode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Toastmasters In Your Community</dc:title>
  <dc:creator>Ciara Bourne</dc:creator>
  <cp:lastModifiedBy>Kyle Wei</cp:lastModifiedBy>
  <cp:revision>108</cp:revision>
  <cp:lastPrinted>2026-04-23T08:10:14Z</cp:lastPrinted>
  <dcterms:created xsi:type="dcterms:W3CDTF">2026-04-23T08:10:14Z</dcterms:created>
  <dcterms:modified xsi:type="dcterms:W3CDTF">2026-04-23T08:10:14Z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0x010100121995FE60004149AC33DA6DFF6C6BB2</vt:lpwstr>
  </property>
  <property fmtid="{D5CDD505-2E9C-101B-9397-08002B2CF9AE}" pid="3" name="MediaServiceImageTags">
    <vt:lpwstr/>
  </property>
  <property fmtid="{D5CDD505-2E9C-101B-9397-08002B2CF9AE}" pid="4" name="ICV">
    <vt:lpwstr>ADEEB9E2DD8540CBE5D3E969055904A5_42</vt:lpwstr>
  </property>
  <property fmtid="{D5CDD505-2E9C-101B-9397-08002B2CF9AE}" pid="5" name="KSOProductBuildVer">
    <vt:lpwstr>2052-12.1.25205.25205</vt:lpwstr>
  </property>
</Properties>
</file>