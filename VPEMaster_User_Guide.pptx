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VPEMaster User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Getting Started with Meeting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Welcome to VPEMaster/Meeting Manager!</a:t>
            </a:r>
          </a:p>
          <a:p>
            <a:pPr>
              <a:defRPr sz="2400"/>
            </a:pPr>
            <a:r>
              <a:t>This tool helps Toastmasters clubs manage:</a:t>
            </a:r>
          </a:p>
          <a:p>
            <a:pPr>
              <a:defRPr sz="2400"/>
            </a:pPr>
            <a:r>
              <a:t> - Meeting Agendas</a:t>
            </a:r>
          </a:p>
          <a:p>
            <a:pPr>
              <a:defRPr sz="2400"/>
            </a:pPr>
            <a:r>
              <a:t> - Member Rosters &amp; Contacts</a:t>
            </a:r>
          </a:p>
          <a:p>
            <a:pPr>
              <a:defRPr sz="2400"/>
            </a:pPr>
            <a:r>
              <a:t> - User Accounts &amp; Roles</a:t>
            </a:r>
          </a:p>
          <a:p>
            <a:pPr>
              <a:defRPr sz="2400"/>
            </a:pPr>
            <a:r>
              <a:t> - Speech Progress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Access the application via your browser.</a:t>
            </a:r>
          </a:p>
          <a:p>
            <a:pPr>
              <a:defRPr sz="2400"/>
            </a:pPr>
            <a:r>
              <a:t>Default Password for new users: 'leadership'</a:t>
            </a:r>
          </a:p>
          <a:p>
            <a:pPr>
              <a:defRPr sz="2400"/>
            </a:pPr>
            <a:r>
              <a:t>Note: You will be prompted to change your password after logging in (recommended).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Navigate to 'Contacts' to view all people.</a:t>
            </a:r>
          </a:p>
          <a:p>
            <a:pPr>
              <a:defRPr sz="2400"/>
            </a:pPr>
            <a:r>
              <a:t>Features:</a:t>
            </a:r>
          </a:p>
          <a:p>
            <a:pPr>
              <a:defRPr sz="2400"/>
            </a:pPr>
            <a:r>
              <a:t> - Search by Name</a:t>
            </a:r>
          </a:p>
          <a:p>
            <a:pPr>
              <a:defRPr sz="2400"/>
            </a:pPr>
            <a:r>
              <a:t> - Add New Contacts (Guests/Members)</a:t>
            </a:r>
          </a:p>
          <a:p>
            <a:pPr>
              <a:defRPr sz="2400"/>
            </a:pPr>
            <a:r>
              <a:t> - View Club Affiliation and Education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Add User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Easily create login accounts for existing contacts.</a:t>
            </a:r>
          </a:p>
          <a:p>
            <a:pPr>
              <a:defRPr sz="2400"/>
            </a:pPr>
            <a:r>
              <a:t>1. Go to the Contact Book.</a:t>
            </a:r>
          </a:p>
          <a:p>
            <a:pPr>
              <a:defRPr sz="2400"/>
            </a:pPr>
            <a:r>
              <a:t>2. Look for the 'Person Plus' icon in the Actions column.</a:t>
            </a:r>
          </a:p>
          <a:p>
            <a:pPr>
              <a:defRPr sz="2400"/>
            </a:pPr>
            <a:r>
              <a:t>3. Click to auto-create a user.</a:t>
            </a:r>
          </a:p>
          <a:p>
            <a:pPr>
              <a:defRPr sz="2400"/>
            </a:pPr>
            <a:r>
              <a:t>   - Auto-generated username (e.g., 'chrislee').</a:t>
            </a:r>
          </a:p>
          <a:p>
            <a:pPr>
              <a:defRPr sz="2400"/>
            </a:pPr>
            <a:r>
              <a:t>   - Default password: 'leadership'.</a:t>
            </a:r>
          </a:p>
          <a:p>
            <a:pPr>
              <a:defRPr sz="2400"/>
            </a:pPr>
            <a:r>
              <a:t>   - Icon is grayed out if user already exists.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View upcoming meetings from the Dashboard.</a:t>
            </a:r>
          </a:p>
          <a:p>
            <a:pPr>
              <a:defRPr sz="2400"/>
            </a:pPr>
            <a:r>
              <a:t>Assign roles (Speakers, Evaluators, etc.).</a:t>
            </a:r>
          </a:p>
          <a:p>
            <a:pPr>
              <a:defRPr sz="2400"/>
            </a:pPr>
            <a:r>
              <a:t>Export Agenda to Excel:</a:t>
            </a:r>
          </a:p>
          <a:p>
            <a:pPr>
              <a:defRPr sz="2400"/>
            </a:pPr>
            <a:r>
              <a:t> - Standard Agenda Sheet</a:t>
            </a:r>
          </a:p>
          <a:p>
            <a:pPr>
              <a:defRPr sz="2400"/>
            </a:pPr>
            <a:r>
              <a:t> - Participants Sheet: Grouped list of all attendees for easy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Profile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Click your name in the top right to access Profile.</a:t>
            </a:r>
          </a:p>
          <a:p>
            <a:pPr>
              <a:defRPr sz="2400"/>
            </a:pPr>
            <a:r>
              <a:t>Update your bio and contact info.</a:t>
            </a:r>
          </a:p>
          <a:p>
            <a:pPr>
              <a:defRPr sz="2400"/>
            </a:pPr>
            <a:r>
              <a:t>Change Password:</a:t>
            </a:r>
          </a:p>
          <a:p>
            <a:pPr>
              <a:defRPr sz="2400"/>
            </a:pPr>
            <a:r>
              <a:t> - Must be 8+ characters.</a:t>
            </a:r>
          </a:p>
          <a:p>
            <a:pPr>
              <a:defRPr sz="2400"/>
            </a:pPr>
            <a:r>
              <a:t> - Requires Uppercase, Lowercase, and Number.</a:t>
            </a:r>
          </a:p>
          <a:p>
            <a:pPr>
              <a:defRPr sz="2400"/>
            </a:pPr>
            <a:r>
              <a:t> - Note: Admin created users bypass this for the initial 'leadership' password.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